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3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aj.org/article/ec02c8f32454498283a8fc54d5efe74f" TargetMode="External"/><Relationship Id="rId2" Type="http://schemas.openxmlformats.org/officeDocument/2006/relationships/hyperlink" Target="https://www.academia.edu/116736921/RFID_Based_Attendance_Syste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h.spbu.ru/edbticdt/Program/edbt/papers/N121D8.html" TargetMode="External"/><Relationship Id="rId5" Type="http://schemas.openxmlformats.org/officeDocument/2006/relationships/hyperlink" Target="https://orbilu.uni.lu/handle/10993/32831" TargetMode="External"/><Relationship Id="rId4" Type="http://schemas.openxmlformats.org/officeDocument/2006/relationships/hyperlink" Target="https://meral.edu.mm/record/6257/files/Analytics%20of%20Reliability%20for%20Real-Time%20Big%20Data%20Pipeline%20Architecture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r.iba.edu.pk/faculty-research-series/16" TargetMode="External"/><Relationship Id="rId2" Type="http://schemas.openxmlformats.org/officeDocument/2006/relationships/hyperlink" Target="https://jtsiskom.undip.ac.id/article/view/1339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litesi.polimi.it/handle/10589/210587" TargetMode="External"/><Relationship Id="rId5" Type="http://schemas.openxmlformats.org/officeDocument/2006/relationships/hyperlink" Target="https://unpaywall.org/10.5220%2F0005763702930303" TargetMode="External"/><Relationship Id="rId4" Type="http://schemas.openxmlformats.org/officeDocument/2006/relationships/hyperlink" Target="https://archives.christuniversity.in/items/show/2714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2612-2B62-4959-89FE-9A424AC3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337"/>
            <a:ext cx="12191999" cy="3631095"/>
          </a:xfrm>
        </p:spPr>
        <p:txBody>
          <a:bodyPr anchor="ctr">
            <a:norm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UNIVERSITY EVENT ANALYTICS PLATFORM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Review-2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7D28E-8C87-4F8A-B13B-C57C3B207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1914" y="6320998"/>
            <a:ext cx="4452730" cy="537002"/>
          </a:xfrm>
        </p:spPr>
        <p:txBody>
          <a:bodyPr>
            <a:normAutofit/>
          </a:bodyPr>
          <a:lstStyle/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Koneru Lakshmaiah Education Foundation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FD348-4F65-44F6-9406-A445B50A168E}"/>
              </a:ext>
            </a:extLst>
          </p:cNvPr>
          <p:cNvSpPr txBox="1"/>
          <p:nvPr/>
        </p:nvSpPr>
        <p:spPr>
          <a:xfrm>
            <a:off x="3511826" y="2266122"/>
            <a:ext cx="5287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Number:24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ame:                                                               Roll Number: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Dharani Harika                                              2420030304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Lasya Priya                                                   2420030258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Durga                                                            2420030184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265E3-F867-4329-9F1D-61CF9EEA5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191" y="4915981"/>
            <a:ext cx="5287616" cy="1384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4E9D70-4008-40F8-BB9C-C5B1018D580D}"/>
              </a:ext>
            </a:extLst>
          </p:cNvPr>
          <p:cNvSpPr txBox="1"/>
          <p:nvPr/>
        </p:nvSpPr>
        <p:spPr>
          <a:xfrm>
            <a:off x="3574772" y="3795525"/>
            <a:ext cx="5042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of:</a:t>
            </a:r>
            <a:b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Dr.N. Sirisha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 Professor</a:t>
            </a:r>
            <a:endParaRPr lang="en-I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1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BBB4-E31B-42F9-B9FF-D8F935B5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3F37-2D2F-49E6-9BF5-47F8133D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centralization – Centralize all the event-related information (registration, attendance, feedback) that is collected by various departments.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Attendance automation – Introduce automated attendance by implementing QR codes/RIFD for event check-in to avoid manual counting and reduce errors.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monitoring in real time – Use Apache Kafka for event stream processing and Redis for in-memory counters to ensure real-time dashboards reflecting actual attendance numbers during the event.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Creation of reliable data pipeline – Create a robust data extraction, cleaning and loading pipeline to feed data into a structured data warehouse for consistent analytics.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Creation of actionable insights – Create dashboards displaying trends of attendance and engagement for stakeholders (administrators, faculty members, student event organizers).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of AI for forecasting – Use historical data for forecasting future attendance and allocating resources accordingly.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Sentiment analysis of feedback – Automatically analyze student feedback to find out their satisfaction level and get insights on strengths and weaknesses of particular events.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Decision-making based on data – Create reports automatically for accreditation institutions and assist in increasing students’ participation.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Relevant recommendations for students based on participation history.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90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ECCD-A356-4D8A-BC88-F2C6AEB8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LITERATURE SURVEY:</a:t>
            </a:r>
            <a:endParaRPr lang="en-IN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EB6AC3-723E-4675-A1CA-CD96E50C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graphicFrame>
        <p:nvGraphicFramePr>
          <p:cNvPr id="100" name="LitSurveyTable"/>
          <p:cNvGraphicFramePr>
            <a:graphicFrameLocks noGrp="1"/>
          </p:cNvGraphicFramePr>
          <p:nvPr>
            <p:extLst/>
          </p:nvPr>
        </p:nvGraphicFramePr>
        <p:xfrm>
          <a:off x="2589212" y="1364974"/>
          <a:ext cx="8915400" cy="5100000"/>
        </p:xfrm>
        <a:graphic>
          <a:graphicData uri="http://schemas.openxmlformats.org/drawingml/2006/table">
            <a:tbl>
              <a:tblPr firstRow="1" band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Authors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Demerits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Future Direction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2"/>
                        </a:rPr>
                        <a:t>academia.edu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Joshi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Needs dedicated readers at every entry point; struggles with multi-tag collisions in dense crowds; no analytics/dashboard layer.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Integrate multi-antenna anti-collision protocols and connect RFID logs to a live analytics dashboard for large, multi-entry events.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3"/>
                        </a:rPr>
                        <a:t>doaj.org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Abu Sneineh &amp; Salah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Static QR codes are easy to screenshot/share, enabling proxy check-ins; not designed for real-time streaming to a live dashboard.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Move to dynamic, time-limited QR tokens and push scans to a streaming pipeline for real-time attendance visualization.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4"/>
                        </a:rPr>
                        <a:t>meral.edu.mm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Aung &amp; Maw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Tested on generic big-data workloads rather than campus/event traffic; does not cover visualization or dashboard integration.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Validate the Kafka-Storm architecture on real event-attendance traffic and extend it with a front-end visualization layer.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5"/>
                        </a:rPr>
                        <a:t>orbilu.uni.lu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Falk et al.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Built and evaluated for telecom network data; requires modifying Kafka internals, raising deployment complexity for small teams.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Package the native filtering/transformation logic as a reusable Kafka plugin so smaller teams can adopt it without core changes.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6"/>
                        </a:rPr>
                        <a:t>math.spbu.ru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Dayal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Conceptual/architectural only, no working prototype; predates modern streaming tools such as Kafka and needs adaptation.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Build a working prototype of the proposed data-flow framework using modern ETL/ELT and streaming tools like Kafka and Spark.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54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ECCD-A356-4D8A-BC88-F2C6AEB8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LITERATURE SURVEY:</a:t>
            </a:r>
            <a:endParaRPr lang="en-IN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EB6AC3-723E-4675-A1CA-CD96E50C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graphicFrame>
        <p:nvGraphicFramePr>
          <p:cNvPr id="100" name="LitSurveyTable"/>
          <p:cNvGraphicFramePr>
            <a:graphicFrameLocks noGrp="1"/>
          </p:cNvGraphicFramePr>
          <p:nvPr>
            <p:extLst/>
          </p:nvPr>
        </p:nvGraphicFramePr>
        <p:xfrm>
          <a:off x="2589212" y="1472411"/>
          <a:ext cx="8915400" cy="5100000"/>
        </p:xfrm>
        <a:graphic>
          <a:graphicData uri="http://schemas.openxmlformats.org/drawingml/2006/table">
            <a:tbl>
              <a:tblPr firstRow="1" band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Authors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Demerits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Future Direction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2"/>
                        </a:rPr>
                        <a:t>jtsiskom.undip.ac.id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Zulfa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Evaluated on an academic GPA dataset, not live event-attendance streams; no discussion of cache invalidation or clustering.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Test Redis caching on live, high-frequency attendance streams and add cache-invalidation and clustering strategies for scale.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3"/>
                        </a:rPr>
                        <a:t>ir.iba.edu.pk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Nasim et al.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Limited to coarse positive/negative polarity; lexicon resources need manual, domain-specific curation, not built for streaming.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Extend to fine-grained, multi-class sentiment and automate lexicon updates so the model can process streaming feedback.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4"/>
                        </a:rPr>
                        <a:t>christuniversity.in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Kumar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Transformer models like BERT are computationally heavy for low-latency dashboards; multi-modal extension raises privacy concerns.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Explore lighter, distilled transformer variants for near-real-time inference and add privacy-preserving multi-modal techniques.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5"/>
                        </a:rPr>
                        <a:t>unpaywall.org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Herzog &amp; Wörndl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Cold-start problem persists for brand-new events with no prior ratings; evaluated over only a two-week mobile-app field study.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Address cold-start using content/context features for new events and run longer-term, larger-scale field studies to confirm results.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6"/>
                        </a:rPr>
                        <a:t>politesi.polimi.it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Awad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Single-institution thesis-level evaluation with limited generalisability; no integration with a real-time streaming pipeline.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Validate the prediction/recommendation models across multiple institutions and integrate into a live streaming attendance pipeline.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39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88BA-6D6A-49CC-9F3D-388E2069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SYSTEM ARCHITECTURE:</a:t>
            </a:r>
            <a:endParaRPr lang="en-IN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51C9E8-304C-43C0-A6FA-F9804E6C6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539875"/>
            <a:ext cx="8234101" cy="52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45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748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Department of Computer Science and Engineering  UNIVERSITY EVENT ANALYTICS PLATFORM  Review-2   </vt:lpstr>
      <vt:lpstr>OBJECTIVES:</vt:lpstr>
      <vt:lpstr>LITERATURE SURVEY:</vt:lpstr>
      <vt:lpstr>LITERATURE SURVEY:</vt:lpstr>
      <vt:lpstr>SYSTEM ARCHITECTURE: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 UNIVERSITY EVENT ANALYTICS PLATFORM  Review-3</dc:title>
  <dc:creator>MAMATHA K</dc:creator>
  <cp:lastModifiedBy>MAMATHA K</cp:lastModifiedBy>
  <cp:revision>3</cp:revision>
  <dcterms:created xsi:type="dcterms:W3CDTF">2026-09-22T08:17:04Z</dcterms:created>
  <dcterms:modified xsi:type="dcterms:W3CDTF">2026-09-22T09:18:23Z</dcterms:modified>
</cp:coreProperties>
</file>