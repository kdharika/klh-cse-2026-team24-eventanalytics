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entury Gothic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3CACA"/>
          </a:solidFill>
        </a:fill>
      </a:tcStyle>
    </a:wholeTbl>
    <a:band2H>
      <a:tcTxStyle b="def" i="def"/>
      <a:tcStyle>
        <a:tcBdr/>
        <a:fill>
          <a:solidFill>
            <a:srgbClr val="F2E7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E5CB"/>
          </a:solidFill>
        </a:fill>
      </a:tcStyle>
    </a:wholeTbl>
    <a:band2H>
      <a:tcTxStyle b="def" i="def"/>
      <a:tcStyle>
        <a:tcBdr/>
        <a:fill>
          <a:solidFill>
            <a:srgbClr val="FAF3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D1DE"/>
          </a:solidFill>
        </a:fill>
      </a:tcStyle>
    </a:wholeTbl>
    <a:band2H>
      <a:tcTxStyle b="def" i="def"/>
      <a:tcStyle>
        <a:tcBdr/>
        <a:fill>
          <a:solidFill>
            <a:srgbClr val="EFE9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Shape 2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1pPr>
    <a:lvl2pPr indent="2286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2pPr>
    <a:lvl3pPr indent="4572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3pPr>
    <a:lvl4pPr indent="6858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4pPr>
    <a:lvl5pPr indent="9144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5pPr>
    <a:lvl6pPr indent="11430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6pPr>
    <a:lvl7pPr indent="13716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7pPr>
    <a:lvl8pPr indent="16002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8pPr>
    <a:lvl9pPr indent="1828800" defTabSz="457200" latinLnBrk="0">
      <a:defRPr sz="1200">
        <a:solidFill>
          <a:srgbClr val="FFFFFF"/>
        </a:solidFill>
        <a:latin typeface="+mj-lt"/>
        <a:ea typeface="+mj-ea"/>
        <a:cs typeface="+mj-cs"/>
        <a:sym typeface="Century Gothic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Title Text"/>
          <p:cNvSpPr txBox="1"/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7200"/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1154954" y="4777380"/>
            <a:ext cx="8825660" cy="86142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cap="all">
                <a:solidFill>
                  <a:srgbClr val="8AD0D6"/>
                </a:solidFill>
              </a:defRPr>
            </a:lvl1pPr>
            <a:lvl2pPr marL="0" indent="457200">
              <a:buClrTx/>
              <a:buSzTx/>
              <a:buNone/>
              <a:defRPr cap="all">
                <a:solidFill>
                  <a:srgbClr val="8AD0D6"/>
                </a:solidFill>
              </a:defRPr>
            </a:lvl2pPr>
            <a:lvl3pPr marL="0" indent="914400">
              <a:buClrTx/>
              <a:buSzTx/>
              <a:buNone/>
              <a:defRPr cap="all">
                <a:solidFill>
                  <a:srgbClr val="8AD0D6"/>
                </a:solidFill>
              </a:defRPr>
            </a:lvl3pPr>
            <a:lvl4pPr marL="0" indent="1371600">
              <a:buClrTx/>
              <a:buSzTx/>
              <a:buNone/>
              <a:defRPr cap="all">
                <a:solidFill>
                  <a:srgbClr val="8AD0D6"/>
                </a:solidFill>
              </a:defRPr>
            </a:lvl4pPr>
            <a:lvl5pPr marL="0" indent="1828800">
              <a:buClrTx/>
              <a:buSzTx/>
              <a:buNone/>
              <a:defRPr cap="all">
                <a:solidFill>
                  <a:srgbClr val="8AD0D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idx="1"/>
          </p:nvPr>
        </p:nvSpPr>
        <p:spPr>
          <a:xfrm>
            <a:off x="1103312" y="2052917"/>
            <a:ext cx="8946541" cy="419548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" name="Title Text"/>
          <p:cNvSpPr txBox="1"/>
          <p:nvPr>
            <p:ph type="title"/>
          </p:nvPr>
        </p:nvSpPr>
        <p:spPr>
          <a:xfrm>
            <a:off x="1154955" y="2861733"/>
            <a:ext cx="8825658" cy="191564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1154954" y="4777380"/>
            <a:ext cx="8825660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cap="all">
                <a:solidFill>
                  <a:srgbClr val="8AD0D6"/>
                </a:solidFill>
              </a:defRPr>
            </a:lvl1pPr>
            <a:lvl2pPr marL="0" indent="457200">
              <a:buClrTx/>
              <a:buSzTx/>
              <a:buNone/>
              <a:defRPr cap="all">
                <a:solidFill>
                  <a:srgbClr val="8AD0D6"/>
                </a:solidFill>
              </a:defRPr>
            </a:lvl2pPr>
            <a:lvl3pPr marL="0" indent="914400">
              <a:buClrTx/>
              <a:buSzTx/>
              <a:buNone/>
              <a:defRPr cap="all">
                <a:solidFill>
                  <a:srgbClr val="8AD0D6"/>
                </a:solidFill>
              </a:defRPr>
            </a:lvl3pPr>
            <a:lvl4pPr marL="0" indent="1371600">
              <a:buClrTx/>
              <a:buSzTx/>
              <a:buNone/>
              <a:defRPr cap="all">
                <a:solidFill>
                  <a:srgbClr val="8AD0D6"/>
                </a:solidFill>
              </a:defRPr>
            </a:lvl4pPr>
            <a:lvl5pPr marL="0" indent="1828800">
              <a:buClrTx/>
              <a:buSzTx/>
              <a:buNone/>
              <a:defRPr cap="all">
                <a:solidFill>
                  <a:srgbClr val="8AD0D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9" name="Body Level One…"/>
          <p:cNvSpPr txBox="1"/>
          <p:nvPr>
            <p:ph type="body" sz="half" idx="1"/>
          </p:nvPr>
        </p:nvSpPr>
        <p:spPr>
          <a:xfrm>
            <a:off x="1103312" y="2060575"/>
            <a:ext cx="4396340" cy="419576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778668" indent="-321468">
              <a:defRPr sz="1800"/>
            </a:lvl2pPr>
            <a:lvl3pPr marL="1208314" indent="-293914">
              <a:defRPr sz="1800"/>
            </a:lvl3pPr>
            <a:lvl4pPr marL="1714500" indent="-342900">
              <a:defRPr sz="1800"/>
            </a:lvl4pPr>
            <a:lvl5pPr marL="2171700" indent="-342900"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103312" y="1905000"/>
            <a:ext cx="4396339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rgbClr val="8AD0D6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rgbClr val="8AD0D6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rgbClr val="8AD0D6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rgbClr val="8AD0D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Text Placeholder 4"/>
          <p:cNvSpPr/>
          <p:nvPr>
            <p:ph type="body" sz="quarter" idx="21"/>
          </p:nvPr>
        </p:nvSpPr>
        <p:spPr>
          <a:xfrm>
            <a:off x="5654495" y="1904999"/>
            <a:ext cx="4396340" cy="576264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pP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7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itle Text"/>
          <p:cNvSpPr txBox="1"/>
          <p:nvPr>
            <p:ph type="title"/>
          </p:nvPr>
        </p:nvSpPr>
        <p:spPr>
          <a:xfrm>
            <a:off x="1154952" y="1447800"/>
            <a:ext cx="3401066" cy="1447800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21" name="Body Level One…"/>
          <p:cNvSpPr txBox="1"/>
          <p:nvPr>
            <p:ph type="body" sz="half" idx="1"/>
          </p:nvPr>
        </p:nvSpPr>
        <p:spPr>
          <a:xfrm>
            <a:off x="4784616" y="1447800"/>
            <a:ext cx="5195998" cy="4572000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2" name="Text Placeholder 3"/>
          <p:cNvSpPr/>
          <p:nvPr>
            <p:ph type="body" sz="quarter" idx="21"/>
          </p:nvPr>
        </p:nvSpPr>
        <p:spPr>
          <a:xfrm>
            <a:off x="1154952" y="3129279"/>
            <a:ext cx="3401064" cy="289560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1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3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itle Text"/>
          <p:cNvSpPr txBox="1"/>
          <p:nvPr>
            <p:ph type="title"/>
          </p:nvPr>
        </p:nvSpPr>
        <p:spPr>
          <a:xfrm>
            <a:off x="1153906" y="1854192"/>
            <a:ext cx="5092908" cy="1574809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137" name="Picture Placeholder 2"/>
          <p:cNvSpPr/>
          <p:nvPr>
            <p:ph type="pic" sz="quarter" idx="21"/>
          </p:nvPr>
        </p:nvSpPr>
        <p:spPr>
          <a:xfrm>
            <a:off x="6949546" y="1143000"/>
            <a:ext cx="3200401" cy="4572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8" name="Body Level One…"/>
          <p:cNvSpPr txBox="1"/>
          <p:nvPr>
            <p:ph type="body" sz="quarter" idx="1"/>
          </p:nvPr>
        </p:nvSpPr>
        <p:spPr>
          <a:xfrm>
            <a:off x="1154954" y="3657600"/>
            <a:ext cx="5084980" cy="13716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400"/>
            </a:lvl1pPr>
            <a:lvl2pPr marL="0" indent="457200">
              <a:buClrTx/>
              <a:buSzTx/>
              <a:buNone/>
              <a:defRPr sz="1400"/>
            </a:lvl2pPr>
            <a:lvl3pPr marL="0" indent="914400">
              <a:buClrTx/>
              <a:buSzTx/>
              <a:buNone/>
              <a:defRPr sz="1400"/>
            </a:lvl3pPr>
            <a:lvl4pPr marL="0" indent="1371600">
              <a:buClrTx/>
              <a:buSzTx/>
              <a:buNone/>
              <a:defRPr sz="1400"/>
            </a:lvl4pPr>
            <a:lvl5pPr marL="0" indent="1828800">
              <a:buClrTx/>
              <a:buSz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9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itle Text"/>
          <p:cNvSpPr txBox="1"/>
          <p:nvPr>
            <p:ph type="title"/>
          </p:nvPr>
        </p:nvSpPr>
        <p:spPr>
          <a:xfrm>
            <a:off x="1154955" y="4800586"/>
            <a:ext cx="8825658" cy="566739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3" name="Picture Placeholder 2"/>
          <p:cNvSpPr/>
          <p:nvPr>
            <p:ph type="pic" sz="half" idx="21"/>
          </p:nvPr>
        </p:nvSpPr>
        <p:spPr>
          <a:xfrm>
            <a:off x="1154954" y="685799"/>
            <a:ext cx="8825660" cy="3640668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54" name="Body Level One…"/>
          <p:cNvSpPr txBox="1"/>
          <p:nvPr>
            <p:ph type="body" sz="quarter" idx="1"/>
          </p:nvPr>
        </p:nvSpPr>
        <p:spPr>
          <a:xfrm>
            <a:off x="1154955" y="5367325"/>
            <a:ext cx="8825657" cy="49371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/>
            </a:lvl1pPr>
            <a:lvl2pPr marL="0" indent="457200">
              <a:buClrTx/>
              <a:buSzTx/>
              <a:buNone/>
              <a:defRPr sz="1200"/>
            </a:lvl2pPr>
            <a:lvl3pPr marL="0" indent="914400">
              <a:buClrTx/>
              <a:buSzTx/>
              <a:buNone/>
              <a:defRPr sz="1200"/>
            </a:lvl3pPr>
            <a:lvl4pPr marL="0" indent="1371600">
              <a:buClrTx/>
              <a:buSzTx/>
              <a:buNone/>
              <a:defRPr sz="1200"/>
            </a:lvl4pPr>
            <a:lvl5pPr marL="0" indent="1828800">
              <a:buClrTx/>
              <a:buSz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itle Text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69" name="Body Level One…"/>
          <p:cNvSpPr txBox="1"/>
          <p:nvPr>
            <p:ph type="body" sz="half" idx="1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800"/>
            </a:lvl1pPr>
            <a:lvl2pPr marL="0" indent="457200">
              <a:buClrTx/>
              <a:buSzTx/>
              <a:buNone/>
              <a:defRPr sz="1800"/>
            </a:lvl2pPr>
            <a:lvl3pPr marL="0" indent="914400">
              <a:buClrTx/>
              <a:buSzTx/>
              <a:buNone/>
              <a:defRPr sz="1800"/>
            </a:lvl3pPr>
            <a:lvl4pPr marL="0" indent="1371600">
              <a:buClrTx/>
              <a:buSzTx/>
              <a:buNone/>
              <a:defRPr sz="1800"/>
            </a:lvl4pPr>
            <a:lvl5pPr marL="0" indent="1828800">
              <a:buClrTx/>
              <a:buSz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itle Text"/>
          <p:cNvSpPr txBox="1"/>
          <p:nvPr>
            <p:ph type="title"/>
          </p:nvPr>
        </p:nvSpPr>
        <p:spPr>
          <a:xfrm>
            <a:off x="1574800" y="1447800"/>
            <a:ext cx="7999316" cy="232337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84" name="Body Level One…"/>
          <p:cNvSpPr txBox="1"/>
          <p:nvPr>
            <p:ph type="body" sz="quarter" idx="1"/>
          </p:nvPr>
        </p:nvSpPr>
        <p:spPr>
          <a:xfrm>
            <a:off x="1930400" y="3771174"/>
            <a:ext cx="7279649" cy="34217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cap="small" sz="1400">
                <a:solidFill>
                  <a:srgbClr val="8AD0D6"/>
                </a:solidFill>
              </a:defRPr>
            </a:lvl1pPr>
            <a:lvl2pPr marL="0" indent="457200">
              <a:buClrTx/>
              <a:buSzTx/>
              <a:buNone/>
              <a:defRPr cap="small" sz="1400">
                <a:solidFill>
                  <a:srgbClr val="8AD0D6"/>
                </a:solidFill>
              </a:defRPr>
            </a:lvl2pPr>
            <a:lvl3pPr marL="0" indent="914400">
              <a:buClrTx/>
              <a:buSzTx/>
              <a:buNone/>
              <a:defRPr cap="small" sz="1400">
                <a:solidFill>
                  <a:srgbClr val="8AD0D6"/>
                </a:solidFill>
              </a:defRPr>
            </a:lvl3pPr>
            <a:lvl4pPr marL="0" indent="1371600">
              <a:buClrTx/>
              <a:buSzTx/>
              <a:buNone/>
              <a:defRPr cap="small" sz="1400">
                <a:solidFill>
                  <a:srgbClr val="8AD0D6"/>
                </a:solidFill>
              </a:defRPr>
            </a:lvl4pPr>
            <a:lvl5pPr marL="0" indent="1828800">
              <a:buClrTx/>
              <a:buSzTx/>
              <a:buNone/>
              <a:defRPr cap="small" sz="1400">
                <a:solidFill>
                  <a:srgbClr val="8AD0D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5" name="Text Placeholder 3"/>
          <p:cNvSpPr/>
          <p:nvPr>
            <p:ph type="body" sz="quarter" idx="21"/>
          </p:nvPr>
        </p:nvSpPr>
        <p:spPr>
          <a:xfrm>
            <a:off x="1154954" y="4350656"/>
            <a:ext cx="8825660" cy="1676401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  <a:defRPr sz="1800"/>
            </a:pPr>
          </a:p>
        </p:txBody>
      </p:sp>
      <p:sp>
        <p:nvSpPr>
          <p:cNvPr id="186" name="TextBox 11"/>
          <p:cNvSpPr txBox="1"/>
          <p:nvPr/>
        </p:nvSpPr>
        <p:spPr>
          <a:xfrm>
            <a:off x="944014" y="971252"/>
            <a:ext cx="710473" cy="181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2200">
                <a:solidFill>
                  <a:srgbClr val="8AD0D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87" name="TextBox 14"/>
          <p:cNvSpPr txBox="1"/>
          <p:nvPr/>
        </p:nvSpPr>
        <p:spPr>
          <a:xfrm>
            <a:off x="9376210" y="2613786"/>
            <a:ext cx="710473" cy="181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2200">
                <a:solidFill>
                  <a:srgbClr val="8AD0D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8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itle Text"/>
          <p:cNvSpPr txBox="1"/>
          <p:nvPr>
            <p:ph type="title"/>
          </p:nvPr>
        </p:nvSpPr>
        <p:spPr>
          <a:xfrm>
            <a:off x="1154954" y="3124200"/>
            <a:ext cx="8825660" cy="1653181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2" name="Body Level One…"/>
          <p:cNvSpPr txBox="1"/>
          <p:nvPr>
            <p:ph type="body" sz="quarter" idx="1"/>
          </p:nvPr>
        </p:nvSpPr>
        <p:spPr>
          <a:xfrm>
            <a:off x="1154954" y="4777380"/>
            <a:ext cx="8825659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rgbClr val="8AD0D6"/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rgbClr val="8AD0D6"/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rgbClr val="8AD0D6"/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rgbClr val="8AD0D6"/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rgbClr val="8AD0D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13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17" name="Body Level One…"/>
          <p:cNvSpPr txBox="1"/>
          <p:nvPr>
            <p:ph type="body" sz="quarter" idx="1"/>
          </p:nvPr>
        </p:nvSpPr>
        <p:spPr>
          <a:xfrm>
            <a:off x="632946" y="1981200"/>
            <a:ext cx="2946868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rgbClr val="8AD0D6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rgbClr val="8AD0D6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rgbClr val="8AD0D6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rgbClr val="8AD0D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8" name="Text Placeholder 3"/>
          <p:cNvSpPr/>
          <p:nvPr>
            <p:ph type="body" sz="quarter" idx="21"/>
          </p:nvPr>
        </p:nvSpPr>
        <p:spPr>
          <a:xfrm>
            <a:off x="652462" y="2667000"/>
            <a:ext cx="2927351" cy="3589338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19" name="Text Placeholder 4"/>
          <p:cNvSpPr/>
          <p:nvPr>
            <p:ph type="body" sz="quarter" idx="22"/>
          </p:nvPr>
        </p:nvSpPr>
        <p:spPr>
          <a:xfrm>
            <a:off x="3883659" y="1981199"/>
            <a:ext cx="2936242" cy="576264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pPr>
          </a:p>
        </p:txBody>
      </p:sp>
      <p:sp>
        <p:nvSpPr>
          <p:cNvPr id="220" name="Text Placeholder 3"/>
          <p:cNvSpPr/>
          <p:nvPr>
            <p:ph type="body" sz="quarter" idx="23"/>
          </p:nvPr>
        </p:nvSpPr>
        <p:spPr>
          <a:xfrm>
            <a:off x="3873105" y="2667000"/>
            <a:ext cx="2946795" cy="3589338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21" name="Text Placeholder 4"/>
          <p:cNvSpPr/>
          <p:nvPr>
            <p:ph type="body" sz="quarter" idx="24"/>
          </p:nvPr>
        </p:nvSpPr>
        <p:spPr>
          <a:xfrm>
            <a:off x="7124699" y="1981199"/>
            <a:ext cx="2932115" cy="576264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pPr>
          </a:p>
        </p:txBody>
      </p:sp>
      <p:sp>
        <p:nvSpPr>
          <p:cNvPr id="222" name="Text Placeholder 3"/>
          <p:cNvSpPr/>
          <p:nvPr>
            <p:ph type="body" sz="quarter" idx="25"/>
          </p:nvPr>
        </p:nvSpPr>
        <p:spPr>
          <a:xfrm>
            <a:off x="7124699" y="2667000"/>
            <a:ext cx="2932115" cy="3589338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23" name="Straight Connector 16"/>
          <p:cNvSpPr/>
          <p:nvPr/>
        </p:nvSpPr>
        <p:spPr>
          <a:xfrm flipH="1">
            <a:off x="3726141" y="2133600"/>
            <a:ext cx="1" cy="3962401"/>
          </a:xfrm>
          <a:prstGeom prst="line">
            <a:avLst/>
          </a:prstGeom>
          <a:ln w="12700" cap="rnd">
            <a:solidFill>
              <a:srgbClr val="8AD0D6">
                <a:alpha val="40000"/>
              </a:srgb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Straight Connector 17"/>
          <p:cNvSpPr/>
          <p:nvPr/>
        </p:nvSpPr>
        <p:spPr>
          <a:xfrm flipH="1">
            <a:off x="6962226" y="2133600"/>
            <a:ext cx="1" cy="3966883"/>
          </a:xfrm>
          <a:prstGeom prst="line">
            <a:avLst/>
          </a:prstGeom>
          <a:ln w="12700" cap="rnd">
            <a:solidFill>
              <a:srgbClr val="8AD0D6">
                <a:alpha val="40000"/>
              </a:srgb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39" name="Body Level One…"/>
          <p:cNvSpPr txBox="1"/>
          <p:nvPr>
            <p:ph type="body" sz="quarter" idx="1"/>
          </p:nvPr>
        </p:nvSpPr>
        <p:spPr>
          <a:xfrm>
            <a:off x="652462" y="4250949"/>
            <a:ext cx="2940051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rgbClr val="8AD0D6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rgbClr val="8AD0D6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rgbClr val="8AD0D6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rgbClr val="8AD0D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0" name="Picture Placeholder 2"/>
          <p:cNvSpPr/>
          <p:nvPr>
            <p:ph type="pic" sz="quarter" idx="21"/>
          </p:nvPr>
        </p:nvSpPr>
        <p:spPr>
          <a:xfrm>
            <a:off x="652462" y="2209800"/>
            <a:ext cx="2940051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1" name="Text Placeholder 3"/>
          <p:cNvSpPr/>
          <p:nvPr>
            <p:ph type="body" sz="quarter" idx="22"/>
          </p:nvPr>
        </p:nvSpPr>
        <p:spPr>
          <a:xfrm>
            <a:off x="652462" y="4827211"/>
            <a:ext cx="2940051" cy="65919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42" name="Text Placeholder 4"/>
          <p:cNvSpPr/>
          <p:nvPr>
            <p:ph type="body" sz="quarter" idx="23"/>
          </p:nvPr>
        </p:nvSpPr>
        <p:spPr>
          <a:xfrm>
            <a:off x="3889375" y="4250949"/>
            <a:ext cx="2930525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pPr>
          </a:p>
        </p:txBody>
      </p:sp>
      <p:sp>
        <p:nvSpPr>
          <p:cNvPr id="243" name="Picture Placeholder 2"/>
          <p:cNvSpPr/>
          <p:nvPr>
            <p:ph type="pic" sz="quarter" idx="24"/>
          </p:nvPr>
        </p:nvSpPr>
        <p:spPr>
          <a:xfrm>
            <a:off x="3889373" y="2209800"/>
            <a:ext cx="2930526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4" name="Text Placeholder 3"/>
          <p:cNvSpPr/>
          <p:nvPr>
            <p:ph type="body" sz="quarter" idx="25"/>
          </p:nvPr>
        </p:nvSpPr>
        <p:spPr>
          <a:xfrm>
            <a:off x="3888021" y="4827210"/>
            <a:ext cx="2934407" cy="659189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45" name="Text Placeholder 4"/>
          <p:cNvSpPr/>
          <p:nvPr>
            <p:ph type="body" sz="quarter" idx="26"/>
          </p:nvPr>
        </p:nvSpPr>
        <p:spPr>
          <a:xfrm>
            <a:off x="7124699" y="4250949"/>
            <a:ext cx="2932115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rgbClr val="8AD0D6"/>
                </a:solidFill>
              </a:defRPr>
            </a:pPr>
          </a:p>
        </p:txBody>
      </p:sp>
      <p:sp>
        <p:nvSpPr>
          <p:cNvPr id="246" name="Picture Placeholder 2"/>
          <p:cNvSpPr/>
          <p:nvPr>
            <p:ph type="pic" sz="quarter" idx="27"/>
          </p:nvPr>
        </p:nvSpPr>
        <p:spPr>
          <a:xfrm>
            <a:off x="7124699" y="2209800"/>
            <a:ext cx="2932114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7" name="Text Placeholder 3"/>
          <p:cNvSpPr/>
          <p:nvPr>
            <p:ph type="body" sz="quarter" idx="28"/>
          </p:nvPr>
        </p:nvSpPr>
        <p:spPr>
          <a:xfrm>
            <a:off x="7124575" y="4827208"/>
            <a:ext cx="2935998" cy="65919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48" name="Straight Connector 18"/>
          <p:cNvSpPr/>
          <p:nvPr/>
        </p:nvSpPr>
        <p:spPr>
          <a:xfrm flipH="1">
            <a:off x="3726141" y="2133600"/>
            <a:ext cx="1" cy="3962401"/>
          </a:xfrm>
          <a:prstGeom prst="line">
            <a:avLst/>
          </a:prstGeom>
          <a:ln w="12700" cap="rnd">
            <a:solidFill>
              <a:srgbClr val="8AD0D6">
                <a:alpha val="40000"/>
              </a:srgb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Straight Connector 19"/>
          <p:cNvSpPr/>
          <p:nvPr/>
        </p:nvSpPr>
        <p:spPr>
          <a:xfrm flipH="1">
            <a:off x="6962226" y="2133600"/>
            <a:ext cx="1" cy="3966883"/>
          </a:xfrm>
          <a:prstGeom prst="line">
            <a:avLst/>
          </a:prstGeom>
          <a:ln w="12700" cap="rnd">
            <a:solidFill>
              <a:srgbClr val="8AD0D6">
                <a:alpha val="40000"/>
              </a:srgb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13.xml"/><Relationship Id="rId20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rcRect l="0" t="0" r="0" b="23320"/>
          <a:stretch>
            <a:fillRect/>
          </a:stretch>
        </p:blipFill>
        <p:spPr>
          <a:xfrm>
            <a:off x="8605877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Title Text"/>
          <p:cNvSpPr txBox="1"/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Title Text</a:t>
            </a:r>
          </a:p>
        </p:txBody>
      </p:sp>
      <p:sp>
        <p:nvSpPr>
          <p:cNvPr id="9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/>
          <p:nvPr>
            <p:ph type="sldNum" sz="quarter" idx="2"/>
          </p:nvPr>
        </p:nvSpPr>
        <p:spPr>
          <a:xfrm>
            <a:off x="10522496" y="540176"/>
            <a:ext cx="498287" cy="5232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ctr">
              <a:defRPr sz="2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EBEBEB"/>
          </a:solidFill>
          <a:uFillTx/>
          <a:latin typeface="+mj-lt"/>
          <a:ea typeface="+mj-ea"/>
          <a:cs typeface="+mj-cs"/>
          <a:sym typeface="Century 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1pPr>
      <a:lvl2pPr marL="774700" marR="0" indent="-3175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2pPr>
      <a:lvl3pPr marL="1200150" marR="0" indent="-28575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3pPr>
      <a:lvl4pPr marL="16981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4pPr>
      <a:lvl5pPr marL="21553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5pPr>
      <a:lvl6pPr marL="26039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6pPr>
      <a:lvl7pPr marL="30697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7pPr>
      <a:lvl8pPr marL="35269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8pPr>
      <a:lvl9pPr marL="39841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8AD0D6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j-lt"/>
          <a:ea typeface="+mj-ea"/>
          <a:cs typeface="+mj-cs"/>
          <a:sym typeface="Century Gothic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cademia.edu/116736921/RFID_Based_Attendance_System" TargetMode="External"/><Relationship Id="rId3" Type="http://schemas.openxmlformats.org/officeDocument/2006/relationships/hyperlink" Target="https://doaj.org/article/ec02c8f32454498283a8fc54d5efe74f" TargetMode="External"/><Relationship Id="rId4" Type="http://schemas.openxmlformats.org/officeDocument/2006/relationships/hyperlink" Target="https://meral.edu.mm/record/6257/files/Analytics%20of%20Reliability%20for%20Real-Time%20Big%20Data%20Pipeline%20Architecture.pdf" TargetMode="External"/><Relationship Id="rId5" Type="http://schemas.openxmlformats.org/officeDocument/2006/relationships/hyperlink" Target="https://orbilu.uni.lu/handle/10993/32831" TargetMode="External"/><Relationship Id="rId6" Type="http://schemas.openxmlformats.org/officeDocument/2006/relationships/hyperlink" Target="https://math.spbu.ru/edbticdt/Program/edbt/papers/N121D8.html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tsiskom.undip.ac.id/article/view/13397" TargetMode="External"/><Relationship Id="rId3" Type="http://schemas.openxmlformats.org/officeDocument/2006/relationships/hyperlink" Target="https://ir.iba.edu.pk/faculty-research-series/16" TargetMode="External"/><Relationship Id="rId4" Type="http://schemas.openxmlformats.org/officeDocument/2006/relationships/hyperlink" Target="https://archives.christuniversity.in/items/show/27149" TargetMode="External"/><Relationship Id="rId5" Type="http://schemas.openxmlformats.org/officeDocument/2006/relationships/hyperlink" Target="https://unpaywall.org/10.5220/0005763702930303" TargetMode="External"/><Relationship Id="rId6" Type="http://schemas.openxmlformats.org/officeDocument/2006/relationships/hyperlink" Target="https://www.politesi.polimi.it/handle/10589/210587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le 1"/>
          <p:cNvSpPr txBox="1"/>
          <p:nvPr>
            <p:ph type="ctrTitle"/>
          </p:nvPr>
        </p:nvSpPr>
        <p:spPr>
          <a:xfrm>
            <a:off x="-1" y="-6338"/>
            <a:ext cx="12192001" cy="3631097"/>
          </a:xfrm>
          <a:prstGeom prst="rect">
            <a:avLst/>
          </a:prstGeom>
        </p:spPr>
        <p:txBody>
          <a:bodyPr anchor="ctr"/>
          <a:lstStyle/>
          <a:p>
            <a:pPr algn="ctr">
              <a:defRPr sz="1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Department of Computer Science and Engineering</a:t>
            </a:r>
            <a:br/>
            <a:br/>
            <a:r>
              <a:rPr b="1" sz="2400">
                <a:solidFill>
                  <a:srgbClr val="EBEBEB"/>
                </a:solidFill>
              </a:rPr>
              <a:t>UNIVERSITY EVENT ANALYTICS PLATFORM</a:t>
            </a:r>
            <a:br>
              <a:rPr b="1" sz="2400">
                <a:solidFill>
                  <a:srgbClr val="EBEBEB"/>
                </a:solidFill>
              </a:rPr>
            </a:br>
            <a:br>
              <a:rPr b="1" sz="2400">
                <a:solidFill>
                  <a:srgbClr val="EBEBEB"/>
                </a:solidFill>
              </a:rPr>
            </a:br>
            <a:r>
              <a:rPr>
                <a:solidFill>
                  <a:srgbClr val="EBEBEB"/>
                </a:solidFill>
              </a:rPr>
              <a:t>Review-3</a:t>
            </a:r>
            <a:br>
              <a:rPr>
                <a:solidFill>
                  <a:srgbClr val="EBEBEB"/>
                </a:solidFill>
              </a:rPr>
            </a:br>
            <a:br>
              <a:rPr>
                <a:solidFill>
                  <a:srgbClr val="EBEBEB"/>
                </a:solidFill>
              </a:rPr>
            </a:br>
            <a:br>
              <a:rPr>
                <a:solidFill>
                  <a:srgbClr val="EBEBEB"/>
                </a:solidFill>
              </a:rPr>
            </a:br>
          </a:p>
        </p:txBody>
      </p:sp>
      <p:sp>
        <p:nvSpPr>
          <p:cNvPr id="260" name="Subtitle 2"/>
          <p:cNvSpPr txBox="1"/>
          <p:nvPr>
            <p:ph type="subTitle" sz="quarter" idx="1"/>
          </p:nvPr>
        </p:nvSpPr>
        <p:spPr>
          <a:xfrm>
            <a:off x="4041914" y="6320997"/>
            <a:ext cx="4452731" cy="537003"/>
          </a:xfrm>
          <a:prstGeom prst="rect">
            <a:avLst/>
          </a:prstGeom>
        </p:spPr>
        <p:txBody>
          <a:bodyPr/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Koneru Lakshmaiah Education Foundation</a:t>
            </a:r>
          </a:p>
        </p:txBody>
      </p:sp>
      <p:sp>
        <p:nvSpPr>
          <p:cNvPr id="261" name="TextBox 6"/>
          <p:cNvSpPr txBox="1"/>
          <p:nvPr/>
        </p:nvSpPr>
        <p:spPr>
          <a:xfrm>
            <a:off x="3557545" y="2266121"/>
            <a:ext cx="5196179" cy="1304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Team Number:24</a:t>
            </a:r>
          </a:p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Name:                                                               Roll Number:</a:t>
            </a:r>
          </a:p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 Dharani Harika                                              2420030304</a:t>
            </a:r>
          </a:p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 Lasya Priya                                                   2420030258</a:t>
            </a:r>
          </a:p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 Durga                                                            2420030184</a:t>
            </a:r>
          </a:p>
        </p:txBody>
      </p:sp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2190" y="4915980"/>
            <a:ext cx="5287617" cy="1384996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TextBox 9"/>
          <p:cNvSpPr txBox="1"/>
          <p:nvPr/>
        </p:nvSpPr>
        <p:spPr>
          <a:xfrm>
            <a:off x="3620492" y="3795524"/>
            <a:ext cx="4951014" cy="884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Under the guidance of:</a:t>
            </a:r>
            <a:br/>
            <a:r>
              <a:t>Dr.N. Sirisha</a:t>
            </a:r>
            <a:endParaRPr>
              <a:solidFill>
                <a:srgbClr val="FFFFFF"/>
              </a:solidFill>
            </a:endParaRPr>
          </a:p>
          <a:p>
            <a:pPr algn="ctr"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Associate Professor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le 1"/>
          <p:cNvSpPr txBox="1"/>
          <p:nvPr>
            <p:ph type="title"/>
          </p:nvPr>
        </p:nvSpPr>
        <p:spPr>
          <a:xfrm>
            <a:off x="874221" y="620387"/>
            <a:ext cx="9404723" cy="14005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satOff val="-30671"/>
                    <a:lumOff val="30882"/>
                  </a:schemeClr>
                </a:solidFill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266" name="Content Placeholder 2"/>
          <p:cNvSpPr txBox="1"/>
          <p:nvPr>
            <p:ph type="body" idx="1"/>
          </p:nvPr>
        </p:nvSpPr>
        <p:spPr>
          <a:xfrm>
            <a:off x="1103311" y="2052917"/>
            <a:ext cx="8946543" cy="4195482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Data centralization – Centralize all the event-related information (registration, attendance, feedback) that is collected by various departments.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Attendance automation – Introduce automated attendance by implementing QR codes/RIFD for event check-in to avoid manual counting and reduce errors.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Event monitoring in real time – Use Apache Kafka for event stream processing and Redis for in-memory counters to ensure real-time dashboards reflecting actual attendance numbers during the event.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Creation of reliable data pipeline – Create a robust data extraction, cleaning and loading pipeline to feed data into a structured data warehouse for consistent analytics.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Creation of actionable insights – Create dashboards displaying trends of attendance and engagement for stakeholders (administrators, faculty members, student event organizers).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Application of AI for forecasting – Use historical data for forecasting future attendance and allocating resources accordingly.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Sentiment analysis of feedback – Automatically analyze student feedback to find out their satisfaction level and get insights on strengths and weaknesses of particular events.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Decision-making based on data – Create reports automatically for accreditation institutions and assist in increasing students’ participation.</a:t>
            </a:r>
          </a:p>
          <a:p>
            <a:pPr algn="just">
              <a:lnSpc>
                <a:spcPct val="8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Relevant recommendations for students based on participation history.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ontent Placeholder 13"/>
          <p:cNvSpPr txBox="1"/>
          <p:nvPr>
            <p:ph type="body" idx="1"/>
          </p:nvPr>
        </p:nvSpPr>
        <p:spPr>
          <a:xfrm>
            <a:off x="1103311" y="2052917"/>
            <a:ext cx="8946543" cy="4195482"/>
          </a:xfrm>
          <a:prstGeom prst="rect">
            <a:avLst/>
          </a:prstGeom>
        </p:spPr>
        <p:txBody>
          <a:bodyPr/>
          <a:lstStyle/>
          <a:p>
            <a:pPr/>
            <a:r>
              <a:t>  </a:t>
            </a:r>
          </a:p>
        </p:txBody>
      </p:sp>
      <p:graphicFrame>
        <p:nvGraphicFramePr>
          <p:cNvPr id="269" name="LitSurveyTable"/>
          <p:cNvGraphicFramePr/>
          <p:nvPr/>
        </p:nvGraphicFramePr>
        <p:xfrm>
          <a:off x="2589211" y="1364974"/>
          <a:ext cx="8915401" cy="51000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000000"/>
                <a:gridCol w="1400000"/>
                <a:gridCol w="3250000"/>
                <a:gridCol w="3265400"/>
              </a:tblGrid>
              <a:tr h="420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Authors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Demerits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Future Direction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academia.edu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Joshi et al.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Needs dedicated readers at every entry point; struggles with multi-tag collisions in dense crowds; no analytics/dashboard layer.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 multi-antenna anti-collision protocols and connect RFID logs to a live analytics dashboard for large, multi-entry events.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3" invalidUrl="" action="" tgtFrame="" tooltip="" history="1" highlightClick="0" endSnd="0"/>
                        </a:rPr>
                        <a:t>doaj.org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Abu Sneineh &amp; Salah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Static QR codes are easy to screenshot/share, enabling proxy check-ins; not designed for real-time streaming to a live dashboard.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Move to dynamic, time-limited QR tokens and push scans to a streaming pipeline for real-time attendance visualization.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4" invalidUrl="" action="" tgtFrame="" tooltip="" history="1" highlightClick="0" endSnd="0"/>
                        </a:rPr>
                        <a:t>meral.edu.mm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Aung &amp; Maw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Tested on generic big-data workloads rather than campus/event traffic; does not cover visualization or dashboard integration.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Validate the Kafka-Storm architecture on real event-attendance traffic and extend it with a front-end visualization layer.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5" invalidUrl="" action="" tgtFrame="" tooltip="" history="1" highlightClick="0" endSnd="0"/>
                        </a:rPr>
                        <a:t>orbilu.uni.lu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Falk et al.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Built and evaluated for telecom network data; requires modifying Kafka internals, raising deployment complexity for small teams.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Package the native filtering/transformation logic as a reusable Kafka plugin so smaller teams can adopt it without core changes.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6" invalidUrl="" action="" tgtFrame="" tooltip="" history="1" highlightClick="0" endSnd="0"/>
                        </a:rPr>
                        <a:t>math.spbu.ru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Dayal et al.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Conceptual/architectural only, no working prototype; predates modern streaming tools such as Kafka and needs adaptation.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Build a working prototype of the proposed data-flow framework using modern ETL/ELT and streaming tools like Kafka and Spark.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</a:tr>
            </a:tbl>
          </a:graphicData>
        </a:graphic>
      </p:graphicFrame>
      <p:sp>
        <p:nvSpPr>
          <p:cNvPr id="270" name="LITERATURE SURVEY"/>
          <p:cNvSpPr txBox="1"/>
          <p:nvPr/>
        </p:nvSpPr>
        <p:spPr>
          <a:xfrm>
            <a:off x="647159" y="201133"/>
            <a:ext cx="488703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200">
                <a:solidFill>
                  <a:schemeClr val="accent1">
                    <a:satOff val="-30671"/>
                    <a:lumOff val="30882"/>
                  </a:schemeClr>
                </a:solidFill>
              </a:defRPr>
            </a:lvl1pPr>
          </a:lstStyle>
          <a:p>
            <a:pPr/>
            <a:r>
              <a:t>LITERATURE SURVEY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ontent Placeholder 13"/>
          <p:cNvSpPr txBox="1"/>
          <p:nvPr>
            <p:ph type="body" idx="1"/>
          </p:nvPr>
        </p:nvSpPr>
        <p:spPr>
          <a:xfrm>
            <a:off x="1103311" y="2052917"/>
            <a:ext cx="8946543" cy="4195482"/>
          </a:xfrm>
          <a:prstGeom prst="rect">
            <a:avLst/>
          </a:prstGeom>
        </p:spPr>
        <p:txBody>
          <a:bodyPr/>
          <a:lstStyle/>
          <a:p>
            <a:pPr/>
            <a:r>
              <a:t>  </a:t>
            </a:r>
          </a:p>
        </p:txBody>
      </p:sp>
      <p:graphicFrame>
        <p:nvGraphicFramePr>
          <p:cNvPr id="273" name="LitSurveyTable"/>
          <p:cNvGraphicFramePr/>
          <p:nvPr/>
        </p:nvGraphicFramePr>
        <p:xfrm>
          <a:off x="2589211" y="1472410"/>
          <a:ext cx="8915401" cy="510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000000"/>
                <a:gridCol w="1400000"/>
                <a:gridCol w="3250000"/>
                <a:gridCol w="3265400"/>
              </a:tblGrid>
              <a:tr h="420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Authors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Demerits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Future Direction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A53010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jtsiskom.undip.ac.id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Zulfa et al.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Evaluated on an academic GPA dataset, not live event-attendance streams; no discussion of cache invalidation or clustering.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Test Redis caching on live, high-frequency attendance streams and add cache-invalidation and clustering strategies for scale.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3" invalidUrl="" action="" tgtFrame="" tooltip="" history="1" highlightClick="0" endSnd="0"/>
                        </a:rPr>
                        <a:t>ir.iba.edu.pk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Nasim et al.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to coarse positive/negative polarity; lexicon resources need manual, domain-specific curation, not built for streaming.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Extend to fine-grained, multi-class sentiment and automate lexicon updates so the model can process streaming feedback.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4" invalidUrl="" action="" tgtFrame="" tooltip="" history="1" highlightClick="0" endSnd="0"/>
                        </a:rPr>
                        <a:t>christuniversity.in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Kumar et al.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Transformer models like BERT are computationally heavy for low-latency dashboards; multi-modal extension raises privacy concerns.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Explore lighter, distilled transformer variants for near-real-time inference and add privacy-preserving multi-modal techniques.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5" invalidUrl="" action="" tgtFrame="" tooltip="" history="1" highlightClick="0" endSnd="0"/>
                        </a:rPr>
                        <a:t>unpaywall.org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Herzog &amp; Wörndl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Cold-start problem persists for brand-new events with no prior ratings; evaluated over only a two-week mobile-app field study.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Address cold-start using content/context features for new events and run longer-term, larger-scale field studies to confirm results.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000" u="sng">
                          <a:solidFill>
                            <a:srgbClr val="A53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>
                          <a:solidFill>
                            <a:srgbClr val="58C1BA"/>
                          </a:solidFill>
                          <a:uFill>
                            <a:solidFill>
                              <a:srgbClr val="58C1BA"/>
                            </a:solidFill>
                          </a:uFill>
                          <a:hlinkClick r:id="rId6" invalidUrl="" action="" tgtFrame="" tooltip="" history="1" highlightClick="0" endSnd="0"/>
                        </a:rPr>
                        <a:t>politesi.polimi.it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Awad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Single-institution thesis-level evaluation with limited generalisability; no integration with a real-time streaming pipeline.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Validate the prediction/recommendation models across multiple institutions and integrate into a live streaming attendance pipeline.</a:t>
                      </a:r>
                    </a:p>
                  </a:txBody>
                  <a:tcPr marL="27432" marR="27432" marT="27432" marB="27432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EF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Content Placeholder 7" descr="Content Placeholder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2925" y="1539875"/>
            <a:ext cx="8234102" cy="5250587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YSTEM ARCHITECTURE"/>
          <p:cNvSpPr txBox="1"/>
          <p:nvPr/>
        </p:nvSpPr>
        <p:spPr>
          <a:xfrm>
            <a:off x="766924" y="424616"/>
            <a:ext cx="6019463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200">
                <a:solidFill>
                  <a:schemeClr val="accent1">
                    <a:satOff val="-30671"/>
                    <a:lumOff val="30882"/>
                  </a:schemeClr>
                </a:solidFill>
              </a:defRPr>
            </a:lvl1pPr>
          </a:lstStyle>
          <a:p>
            <a:pPr/>
            <a:r>
              <a:t>SYSTEM ARCHITECTURE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METHODOLO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satOff val="-30671"/>
                    <a:lumOff val="30882"/>
                  </a:schemeClr>
                </a:solidFill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279" name="Data Collection: Collect event, registration, attendance and feedback data.…"/>
          <p:cNvSpPr txBox="1"/>
          <p:nvPr>
            <p:ph type="body" idx="1"/>
          </p:nvPr>
        </p:nvSpPr>
        <p:spPr>
          <a:xfrm>
            <a:off x="1139334" y="1590234"/>
            <a:ext cx="8910519" cy="4658166"/>
          </a:xfrm>
          <a:prstGeom prst="rect">
            <a:avLst/>
          </a:prstGeom>
        </p:spPr>
        <p:txBody>
          <a:bodyPr/>
          <a:lstStyle/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Collection:</a:t>
            </a:r>
            <a:r>
              <a:t> Collect event, registration, attendance and feedback data.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Integration:</a:t>
            </a:r>
            <a:r>
              <a:t> Combine all event-related data into one platform.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Processing:</a:t>
            </a:r>
            <a:r>
              <a:t> Validate, clean and transform collected data.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Real-Time Processing:</a:t>
            </a:r>
            <a:r>
              <a:t> Process attendance events using Kafka and Redis.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Storage:</a:t>
            </a:r>
            <a:r>
              <a:t> Store structured information in PostgreSQL and the warehouse.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Analytics:</a:t>
            </a:r>
            <a:r>
              <a:t> Calculate attendance, participation and event performance metrics.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AI Analysis:</a:t>
            </a:r>
            <a:r>
              <a:t> Perform attendance forecasting and feedback sentiment analysis.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Feedback Analysis:</a:t>
            </a:r>
            <a:r>
              <a:t> Analyze participant feedback using sentiment analysis to identify overall response.</a:t>
            </a:r>
          </a:p>
          <a:p>
            <a:pPr marL="429768" indent="-298450" defTabSz="429768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Times Roman"/>
              <a:buChar char="•"/>
              <a:defRPr sz="1786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Attendance Forecasting:</a:t>
            </a:r>
            <a:r>
              <a:t> Use available registration and event data to estimate expected attendance.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USE OF MODERN TOOLS AND TECHNOLOG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700">
                <a:solidFill>
                  <a:schemeClr val="accent1">
                    <a:satOff val="-30671"/>
                    <a:lumOff val="30882"/>
                  </a:schemeClr>
                </a:solidFill>
              </a:defRPr>
            </a:lvl1pPr>
          </a:lstStyle>
          <a:p>
            <a:pPr/>
            <a:r>
              <a:t>USE OF MODERN TOOLS AND TECHNOLOGIES</a:t>
            </a:r>
          </a:p>
        </p:txBody>
      </p:sp>
      <p:sp>
        <p:nvSpPr>
          <p:cNvPr id="282" name="Python: Backend logic and data processing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Python:</a:t>
            </a:r>
            <a:r>
              <a:t> Backend logic and data processing.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PostgreSQL:</a:t>
            </a:r>
            <a:r>
              <a:t> Structured and persistent data storage.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Apache Kafka:</a:t>
            </a:r>
            <a:r>
              <a:t> Real-time event streaming.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Redis:</a:t>
            </a:r>
            <a:r>
              <a:t> Fast live attendance monitoring.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QR Technology:</a:t>
            </a:r>
            <a:r>
              <a:t> Automated student check-in.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Streamlit:</a:t>
            </a:r>
            <a:r>
              <a:t> Interactive analytics dashboard.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Machine Learning &amp; Sentiment Analysis:</a:t>
            </a:r>
            <a:r>
              <a:t> Forecast attendance and analyze feedback.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MPLEM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satOff val="-30671"/>
                    <a:lumOff val="30882"/>
                  </a:schemeClr>
                </a:solidFill>
              </a:defRPr>
            </a:lvl1pPr>
          </a:lstStyle>
          <a:p>
            <a:pPr/>
            <a:r>
              <a:t>IMPLEMENTATION</a:t>
            </a:r>
          </a:p>
        </p:txBody>
      </p:sp>
      <p:pic>
        <p:nvPicPr>
          <p:cNvPr id="28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4495" t="4421" r="9758" b="0"/>
          <a:stretch>
            <a:fillRect/>
          </a:stretch>
        </p:blipFill>
        <p:spPr>
          <a:xfrm>
            <a:off x="470150" y="1617129"/>
            <a:ext cx="11251699" cy="4489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5464" y="1299037"/>
            <a:ext cx="11541072" cy="4984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ODING QUALITY AND FUNCTIONA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800">
                <a:solidFill>
                  <a:schemeClr val="accent1">
                    <a:satOff val="-30671"/>
                    <a:lumOff val="30882"/>
                  </a:schemeClr>
                </a:solidFill>
              </a:defRPr>
            </a:lvl1pPr>
          </a:lstStyle>
          <a:p>
            <a:pPr/>
            <a:r>
              <a:t>CODING QUALITY AND FUNCTIONALITY</a:t>
            </a:r>
          </a:p>
        </p:txBody>
      </p:sp>
      <p:sp>
        <p:nvSpPr>
          <p:cNvPr id="290" name="Modular Design: Separate components for registration, attendance and analytics.…"/>
          <p:cNvSpPr txBox="1"/>
          <p:nvPr>
            <p:ph type="body" idx="1"/>
          </p:nvPr>
        </p:nvSpPr>
        <p:spPr>
          <a:xfrm>
            <a:off x="1342840" y="1876883"/>
            <a:ext cx="8946542" cy="4195482"/>
          </a:xfrm>
          <a:prstGeom prst="rect">
            <a:avLst/>
          </a:prstGeom>
        </p:spPr>
        <p:txBody>
          <a:bodyPr/>
          <a:lstStyle/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Modular Design:</a:t>
            </a:r>
            <a:r>
              <a:t> Separate components for registration, attendance and analytics.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Input Validation:</a:t>
            </a:r>
            <a:r>
              <a:t> Validate event, student and attendance data.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Error Handling:</a:t>
            </a:r>
            <a:r>
              <a:t> Handle invalid requests and system/database errors.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Consistency:</a:t>
            </a:r>
            <a:r>
              <a:t> Maintain structured and reliable event records.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Reusable Components:</a:t>
            </a:r>
            <a:r>
              <a:t> Use common functions for repeated operations.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Real-Time Functionality:</a:t>
            </a:r>
            <a:r>
              <a:t> Support live attendance updates.</a:t>
            </a:r>
          </a:p>
          <a:p>
            <a:pPr marL="180473" indent="-180473">
              <a:lnSpc>
                <a:spcPct val="150000"/>
              </a:lnSpc>
              <a:spcBef>
                <a:spcPts val="0"/>
              </a:spcBef>
              <a:buClrTx/>
              <a:buSzPct val="100000"/>
              <a:buChar char="•"/>
              <a:defRPr sz="1800">
                <a:solidFill>
                  <a:srgbClr val="DDDDDD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Maintainability:</a:t>
            </a:r>
            <a:r>
              <a:t> Organized code structure allows easier modification and extension.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0000FF"/>
      </a:hlink>
      <a:folHlink>
        <a:srgbClr val="FF00FF"/>
      </a:folHlink>
    </a:clrScheme>
    <a:fontScheme name="Ion">
      <a:majorFont>
        <a:latin typeface="Century Gothic"/>
        <a:ea typeface="Century Gothic"/>
        <a:cs typeface="Century Gothic"/>
      </a:majorFont>
      <a:minorFont>
        <a:latin typeface="Helvetica"/>
        <a:ea typeface="Helvetica"/>
        <a:cs typeface="Helvetica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0000FF"/>
      </a:hlink>
      <a:folHlink>
        <a:srgbClr val="FF00FF"/>
      </a:folHlink>
    </a:clrScheme>
    <a:fontScheme name="Ion">
      <a:majorFont>
        <a:latin typeface="Century Gothic"/>
        <a:ea typeface="Century Gothic"/>
        <a:cs typeface="Century Gothic"/>
      </a:majorFont>
      <a:minorFont>
        <a:latin typeface="Helvetica"/>
        <a:ea typeface="Helvetica"/>
        <a:cs typeface="Helvetica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