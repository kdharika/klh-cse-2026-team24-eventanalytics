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Gothic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Gothic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Gothic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Gothic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Gothic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Gothic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Gothic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Gothic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Gothic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CCCA"/>
          </a:solidFill>
        </a:fill>
      </a:tcStyle>
    </a:wholeTbl>
    <a:band2H>
      <a:tcTxStyle/>
      <a:tcStyle>
        <a:tcBdr/>
        <a:fill>
          <a:solidFill>
            <a:srgbClr val="F0E7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FD8CF"/>
          </a:solidFill>
        </a:fill>
      </a:tcStyle>
    </a:wholeTbl>
    <a:band2H>
      <a:tcTxStyle/>
      <a:tcStyle>
        <a:tcBdr/>
        <a:fill>
          <a:solidFill>
            <a:srgbClr val="EFEC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3E2DB"/>
          </a:solidFill>
        </a:fill>
      </a:tcStyle>
    </a:wholeTbl>
    <a:band2H>
      <a:tcTxStyle/>
      <a:tcStyle>
        <a:tcBdr/>
        <a:fill>
          <a:solidFill>
            <a:srgbClr val="EAF1EE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Shape 39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96" name="Shape 39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entury Gothic"/>
      </a:defRPr>
    </a:lvl1pPr>
    <a:lvl2pPr indent="228600" defTabSz="457200" latinLnBrk="0">
      <a:defRPr sz="1200">
        <a:latin typeface="+mn-lt"/>
        <a:ea typeface="+mn-ea"/>
        <a:cs typeface="+mn-cs"/>
        <a:sym typeface="Century Gothic"/>
      </a:defRPr>
    </a:lvl2pPr>
    <a:lvl3pPr indent="457200" defTabSz="457200" latinLnBrk="0">
      <a:defRPr sz="1200">
        <a:latin typeface="+mn-lt"/>
        <a:ea typeface="+mn-ea"/>
        <a:cs typeface="+mn-cs"/>
        <a:sym typeface="Century Gothic"/>
      </a:defRPr>
    </a:lvl3pPr>
    <a:lvl4pPr indent="685800" defTabSz="457200" latinLnBrk="0">
      <a:defRPr sz="1200">
        <a:latin typeface="+mn-lt"/>
        <a:ea typeface="+mn-ea"/>
        <a:cs typeface="+mn-cs"/>
        <a:sym typeface="Century Gothic"/>
      </a:defRPr>
    </a:lvl4pPr>
    <a:lvl5pPr indent="914400" defTabSz="457200" latinLnBrk="0">
      <a:defRPr sz="1200">
        <a:latin typeface="+mn-lt"/>
        <a:ea typeface="+mn-ea"/>
        <a:cs typeface="+mn-cs"/>
        <a:sym typeface="Century Gothic"/>
      </a:defRPr>
    </a:lvl5pPr>
    <a:lvl6pPr indent="1143000" defTabSz="457200" latinLnBrk="0">
      <a:defRPr sz="1200">
        <a:latin typeface="+mn-lt"/>
        <a:ea typeface="+mn-ea"/>
        <a:cs typeface="+mn-cs"/>
        <a:sym typeface="Century Gothic"/>
      </a:defRPr>
    </a:lvl6pPr>
    <a:lvl7pPr indent="1371600" defTabSz="457200" latinLnBrk="0">
      <a:defRPr sz="1200">
        <a:latin typeface="+mn-lt"/>
        <a:ea typeface="+mn-ea"/>
        <a:cs typeface="+mn-cs"/>
        <a:sym typeface="Century Gothic"/>
      </a:defRPr>
    </a:lvl7pPr>
    <a:lvl8pPr indent="1600200" defTabSz="457200" latinLnBrk="0">
      <a:defRPr sz="1200">
        <a:latin typeface="+mn-lt"/>
        <a:ea typeface="+mn-ea"/>
        <a:cs typeface="+mn-cs"/>
        <a:sym typeface="Century Gothic"/>
      </a:defRPr>
    </a:lvl8pPr>
    <a:lvl9pPr indent="1828800" defTabSz="457200" latinLnBrk="0">
      <a:defRPr sz="1200">
        <a:latin typeface="+mn-lt"/>
        <a:ea typeface="+mn-ea"/>
        <a:cs typeface="+mn-cs"/>
        <a:sym typeface="Century Gothic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22"/>
          <p:cNvGrpSpPr/>
          <p:nvPr/>
        </p:nvGrpSpPr>
        <p:grpSpPr>
          <a:xfrm>
            <a:off x="0" y="228599"/>
            <a:ext cx="2851518" cy="6638630"/>
            <a:chOff x="0" y="0"/>
            <a:chExt cx="2851516" cy="6638628"/>
          </a:xfrm>
        </p:grpSpPr>
        <p:sp>
          <p:nvSpPr>
            <p:cNvPr id="39" name="Freeform 11"/>
            <p:cNvSpPr/>
            <p:nvPr/>
          </p:nvSpPr>
          <p:spPr>
            <a:xfrm>
              <a:off x="-1" y="2346443"/>
              <a:ext cx="100643" cy="6262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19636" y="18582"/>
                    <a:pt x="18655" y="15724"/>
                    <a:pt x="16691" y="12706"/>
                  </a:cubicBezTo>
                  <a:cubicBezTo>
                    <a:pt x="10800" y="8576"/>
                    <a:pt x="5891" y="4288"/>
                    <a:pt x="0" y="0"/>
                  </a:cubicBezTo>
                  <a:cubicBezTo>
                    <a:pt x="0" y="5559"/>
                    <a:pt x="0" y="5559"/>
                    <a:pt x="0" y="5559"/>
                  </a:cubicBezTo>
                  <a:cubicBezTo>
                    <a:pt x="5891" y="10165"/>
                    <a:pt x="12764" y="14929"/>
                    <a:pt x="19636" y="19694"/>
                  </a:cubicBezTo>
                  <a:cubicBezTo>
                    <a:pt x="19636" y="20329"/>
                    <a:pt x="20618" y="20965"/>
                    <a:pt x="21600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0" name="Freeform 12"/>
            <p:cNvSpPr/>
            <p:nvPr/>
          </p:nvSpPr>
          <p:spPr>
            <a:xfrm>
              <a:off x="128598" y="2927929"/>
              <a:ext cx="646718" cy="23222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69" y="15000"/>
                  </a:moveTo>
                  <a:cubicBezTo>
                    <a:pt x="15891" y="17229"/>
                    <a:pt x="18514" y="19414"/>
                    <a:pt x="21446" y="21600"/>
                  </a:cubicBezTo>
                  <a:cubicBezTo>
                    <a:pt x="21446" y="21214"/>
                    <a:pt x="21446" y="20871"/>
                    <a:pt x="21600" y="20486"/>
                  </a:cubicBezTo>
                  <a:cubicBezTo>
                    <a:pt x="19131" y="18643"/>
                    <a:pt x="16817" y="16757"/>
                    <a:pt x="14657" y="14871"/>
                  </a:cubicBezTo>
                  <a:cubicBezTo>
                    <a:pt x="8949" y="9986"/>
                    <a:pt x="4166" y="5014"/>
                    <a:pt x="0" y="0"/>
                  </a:cubicBezTo>
                  <a:cubicBezTo>
                    <a:pt x="309" y="857"/>
                    <a:pt x="617" y="1757"/>
                    <a:pt x="926" y="2614"/>
                  </a:cubicBezTo>
                  <a:cubicBezTo>
                    <a:pt x="4629" y="6771"/>
                    <a:pt x="8640" y="10929"/>
                    <a:pt x="13269" y="150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1" name="Freeform 13"/>
            <p:cNvSpPr/>
            <p:nvPr/>
          </p:nvSpPr>
          <p:spPr>
            <a:xfrm>
              <a:off x="806998" y="5218460"/>
              <a:ext cx="609443" cy="14201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9" y="1543"/>
                  </a:moveTo>
                  <a:cubicBezTo>
                    <a:pt x="818" y="1052"/>
                    <a:pt x="327" y="561"/>
                    <a:pt x="0" y="0"/>
                  </a:cubicBezTo>
                  <a:cubicBezTo>
                    <a:pt x="0" y="701"/>
                    <a:pt x="0" y="1332"/>
                    <a:pt x="0" y="2034"/>
                  </a:cubicBezTo>
                  <a:cubicBezTo>
                    <a:pt x="3436" y="5961"/>
                    <a:pt x="7200" y="9818"/>
                    <a:pt x="11127" y="13605"/>
                  </a:cubicBezTo>
                  <a:cubicBezTo>
                    <a:pt x="13909" y="16270"/>
                    <a:pt x="17018" y="18935"/>
                    <a:pt x="20127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491" y="18865"/>
                    <a:pt x="15382" y="16130"/>
                    <a:pt x="12600" y="13325"/>
                  </a:cubicBezTo>
                  <a:cubicBezTo>
                    <a:pt x="8509" y="9468"/>
                    <a:pt x="4745" y="5540"/>
                    <a:pt x="1309" y="1543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2" name="Freeform 14"/>
            <p:cNvSpPr/>
            <p:nvPr/>
          </p:nvSpPr>
          <p:spPr>
            <a:xfrm>
              <a:off x="959824" y="6275198"/>
              <a:ext cx="171465" cy="3634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346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4011" y="14491"/>
                    <a:pt x="7005" y="7382"/>
                    <a:pt x="0" y="0"/>
                  </a:cubicBezTo>
                  <a:cubicBezTo>
                    <a:pt x="4670" y="7382"/>
                    <a:pt x="9924" y="14491"/>
                    <a:pt x="16346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3" name="Freeform 15"/>
            <p:cNvSpPr/>
            <p:nvPr/>
          </p:nvSpPr>
          <p:spPr>
            <a:xfrm>
              <a:off x="100641" y="2972659"/>
              <a:ext cx="821909" cy="3328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58" y="19745"/>
                  </a:moveTo>
                  <a:cubicBezTo>
                    <a:pt x="17596" y="18489"/>
                    <a:pt x="15775" y="17232"/>
                    <a:pt x="14076" y="15976"/>
                  </a:cubicBezTo>
                  <a:cubicBezTo>
                    <a:pt x="10193" y="13074"/>
                    <a:pt x="7160" y="10082"/>
                    <a:pt x="4854" y="7060"/>
                  </a:cubicBezTo>
                  <a:cubicBezTo>
                    <a:pt x="3519" y="5235"/>
                    <a:pt x="2427" y="3381"/>
                    <a:pt x="1456" y="1526"/>
                  </a:cubicBezTo>
                  <a:cubicBezTo>
                    <a:pt x="971" y="1017"/>
                    <a:pt x="485" y="509"/>
                    <a:pt x="0" y="0"/>
                  </a:cubicBezTo>
                  <a:cubicBezTo>
                    <a:pt x="971" y="2363"/>
                    <a:pt x="2306" y="4757"/>
                    <a:pt x="4004" y="7090"/>
                  </a:cubicBezTo>
                  <a:cubicBezTo>
                    <a:pt x="6189" y="10142"/>
                    <a:pt x="9222" y="13134"/>
                    <a:pt x="12984" y="16065"/>
                  </a:cubicBezTo>
                  <a:cubicBezTo>
                    <a:pt x="14926" y="17531"/>
                    <a:pt x="17110" y="18967"/>
                    <a:pt x="19416" y="20373"/>
                  </a:cubicBezTo>
                  <a:cubicBezTo>
                    <a:pt x="20144" y="20792"/>
                    <a:pt x="20872" y="21181"/>
                    <a:pt x="21600" y="21600"/>
                  </a:cubicBezTo>
                  <a:cubicBezTo>
                    <a:pt x="21357" y="21450"/>
                    <a:pt x="21236" y="21331"/>
                    <a:pt x="21115" y="21181"/>
                  </a:cubicBezTo>
                  <a:cubicBezTo>
                    <a:pt x="20508" y="20702"/>
                    <a:pt x="20022" y="20224"/>
                    <a:pt x="19658" y="19745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4" name="Freeform 16"/>
            <p:cNvSpPr/>
            <p:nvPr/>
          </p:nvSpPr>
          <p:spPr>
            <a:xfrm>
              <a:off x="26126" y="0"/>
              <a:ext cx="102473" cy="29279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35" h="21600" extrusionOk="0">
                  <a:moveTo>
                    <a:pt x="9565" y="19627"/>
                  </a:moveTo>
                  <a:cubicBezTo>
                    <a:pt x="10505" y="19763"/>
                    <a:pt x="10505" y="19899"/>
                    <a:pt x="10505" y="20035"/>
                  </a:cubicBezTo>
                  <a:cubicBezTo>
                    <a:pt x="13322" y="20511"/>
                    <a:pt x="17078" y="20988"/>
                    <a:pt x="19896" y="21498"/>
                  </a:cubicBezTo>
                  <a:cubicBezTo>
                    <a:pt x="19896" y="21532"/>
                    <a:pt x="19896" y="21566"/>
                    <a:pt x="20835" y="21600"/>
                  </a:cubicBezTo>
                  <a:cubicBezTo>
                    <a:pt x="18957" y="20920"/>
                    <a:pt x="17078" y="20273"/>
                    <a:pt x="15200" y="19593"/>
                  </a:cubicBezTo>
                  <a:cubicBezTo>
                    <a:pt x="7687" y="16123"/>
                    <a:pt x="3931" y="12654"/>
                    <a:pt x="3931" y="9150"/>
                  </a:cubicBezTo>
                  <a:cubicBezTo>
                    <a:pt x="4870" y="6089"/>
                    <a:pt x="7687" y="3061"/>
                    <a:pt x="13322" y="0"/>
                  </a:cubicBezTo>
                  <a:cubicBezTo>
                    <a:pt x="10505" y="0"/>
                    <a:pt x="10505" y="0"/>
                    <a:pt x="10505" y="0"/>
                  </a:cubicBezTo>
                  <a:cubicBezTo>
                    <a:pt x="3931" y="3027"/>
                    <a:pt x="1113" y="6089"/>
                    <a:pt x="174" y="9150"/>
                  </a:cubicBezTo>
                  <a:cubicBezTo>
                    <a:pt x="-765" y="12654"/>
                    <a:pt x="2052" y="16123"/>
                    <a:pt x="9565" y="19627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5" name="Freeform 17"/>
            <p:cNvSpPr/>
            <p:nvPr/>
          </p:nvSpPr>
          <p:spPr>
            <a:xfrm>
              <a:off x="78276" y="2715463"/>
              <a:ext cx="78278" cy="4938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2541" y="3836"/>
                    <a:pt x="3812" y="7469"/>
                    <a:pt x="6353" y="11305"/>
                  </a:cubicBezTo>
                  <a:cubicBezTo>
                    <a:pt x="11435" y="14736"/>
                    <a:pt x="16518" y="18168"/>
                    <a:pt x="21600" y="21600"/>
                  </a:cubicBezTo>
                  <a:cubicBezTo>
                    <a:pt x="19059" y="17563"/>
                    <a:pt x="16518" y="13323"/>
                    <a:pt x="13976" y="9286"/>
                  </a:cubicBezTo>
                  <a:cubicBezTo>
                    <a:pt x="12706" y="9084"/>
                    <a:pt x="12706" y="8882"/>
                    <a:pt x="12706" y="8680"/>
                  </a:cubicBezTo>
                  <a:cubicBezTo>
                    <a:pt x="8894" y="5652"/>
                    <a:pt x="3812" y="2826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6" name="Freeform 18"/>
            <p:cNvSpPr/>
            <p:nvPr/>
          </p:nvSpPr>
          <p:spPr>
            <a:xfrm>
              <a:off x="769723" y="5250144"/>
              <a:ext cx="190102" cy="1025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3016"/>
                    <a:pt x="1054" y="6032"/>
                    <a:pt x="2634" y="9049"/>
                  </a:cubicBezTo>
                  <a:cubicBezTo>
                    <a:pt x="4215" y="11384"/>
                    <a:pt x="6322" y="13816"/>
                    <a:pt x="8956" y="16151"/>
                  </a:cubicBezTo>
                  <a:cubicBezTo>
                    <a:pt x="10010" y="16735"/>
                    <a:pt x="11590" y="17319"/>
                    <a:pt x="12644" y="17903"/>
                  </a:cubicBezTo>
                  <a:cubicBezTo>
                    <a:pt x="15805" y="19168"/>
                    <a:pt x="18439" y="20335"/>
                    <a:pt x="21600" y="21600"/>
                  </a:cubicBezTo>
                  <a:cubicBezTo>
                    <a:pt x="21073" y="21308"/>
                    <a:pt x="20546" y="20919"/>
                    <a:pt x="20020" y="20627"/>
                  </a:cubicBezTo>
                  <a:cubicBezTo>
                    <a:pt x="13698" y="16735"/>
                    <a:pt x="9483" y="12843"/>
                    <a:pt x="6849" y="8951"/>
                  </a:cubicBezTo>
                  <a:cubicBezTo>
                    <a:pt x="5795" y="6616"/>
                    <a:pt x="4741" y="4378"/>
                    <a:pt x="4215" y="2141"/>
                  </a:cubicBezTo>
                  <a:cubicBezTo>
                    <a:pt x="4215" y="2043"/>
                    <a:pt x="3688" y="1946"/>
                    <a:pt x="3688" y="1751"/>
                  </a:cubicBezTo>
                  <a:cubicBezTo>
                    <a:pt x="2634" y="1168"/>
                    <a:pt x="1054" y="584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7" name="Freeform 19"/>
            <p:cNvSpPr/>
            <p:nvPr/>
          </p:nvSpPr>
          <p:spPr>
            <a:xfrm>
              <a:off x="775314" y="1170426"/>
              <a:ext cx="2076203" cy="40480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36" y="21010"/>
                  </a:moveTo>
                  <a:cubicBezTo>
                    <a:pt x="480" y="18992"/>
                    <a:pt x="1248" y="17000"/>
                    <a:pt x="2400" y="15081"/>
                  </a:cubicBezTo>
                  <a:cubicBezTo>
                    <a:pt x="3600" y="13162"/>
                    <a:pt x="5232" y="11317"/>
                    <a:pt x="7152" y="9545"/>
                  </a:cubicBezTo>
                  <a:cubicBezTo>
                    <a:pt x="9072" y="7774"/>
                    <a:pt x="11280" y="6101"/>
                    <a:pt x="13680" y="4502"/>
                  </a:cubicBezTo>
                  <a:cubicBezTo>
                    <a:pt x="14880" y="3715"/>
                    <a:pt x="16176" y="2928"/>
                    <a:pt x="17472" y="2190"/>
                  </a:cubicBezTo>
                  <a:cubicBezTo>
                    <a:pt x="18144" y="1821"/>
                    <a:pt x="18816" y="1427"/>
                    <a:pt x="19488" y="1082"/>
                  </a:cubicBezTo>
                  <a:cubicBezTo>
                    <a:pt x="20208" y="713"/>
                    <a:pt x="20880" y="369"/>
                    <a:pt x="21600" y="25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0832" y="344"/>
                    <a:pt x="20160" y="689"/>
                    <a:pt x="19440" y="1058"/>
                  </a:cubicBezTo>
                  <a:cubicBezTo>
                    <a:pt x="18768" y="1402"/>
                    <a:pt x="18096" y="1771"/>
                    <a:pt x="17424" y="2165"/>
                  </a:cubicBezTo>
                  <a:cubicBezTo>
                    <a:pt x="16080" y="2903"/>
                    <a:pt x="14784" y="3666"/>
                    <a:pt x="13584" y="4453"/>
                  </a:cubicBezTo>
                  <a:cubicBezTo>
                    <a:pt x="11136" y="6052"/>
                    <a:pt x="8880" y="7725"/>
                    <a:pt x="6960" y="9496"/>
                  </a:cubicBezTo>
                  <a:cubicBezTo>
                    <a:pt x="4992" y="11243"/>
                    <a:pt x="3360" y="13113"/>
                    <a:pt x="2160" y="15031"/>
                  </a:cubicBezTo>
                  <a:cubicBezTo>
                    <a:pt x="912" y="16975"/>
                    <a:pt x="144" y="18968"/>
                    <a:pt x="0" y="21010"/>
                  </a:cubicBezTo>
                  <a:cubicBezTo>
                    <a:pt x="0" y="21059"/>
                    <a:pt x="0" y="21083"/>
                    <a:pt x="0" y="21133"/>
                  </a:cubicBezTo>
                  <a:cubicBezTo>
                    <a:pt x="96" y="21280"/>
                    <a:pt x="192" y="21452"/>
                    <a:pt x="336" y="21600"/>
                  </a:cubicBezTo>
                  <a:cubicBezTo>
                    <a:pt x="336" y="21403"/>
                    <a:pt x="336" y="21206"/>
                    <a:pt x="336" y="2101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8" name="Freeform 20"/>
            <p:cNvSpPr/>
            <p:nvPr/>
          </p:nvSpPr>
          <p:spPr>
            <a:xfrm>
              <a:off x="922549" y="6301291"/>
              <a:ext cx="162147" cy="337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320" y="7101"/>
                    <a:pt x="9874" y="14499"/>
                    <a:pt x="1604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4194" y="14499"/>
                    <a:pt x="6789" y="7101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9" name="Freeform 21"/>
            <p:cNvSpPr/>
            <p:nvPr/>
          </p:nvSpPr>
          <p:spPr>
            <a:xfrm>
              <a:off x="769723" y="5130865"/>
              <a:ext cx="37276" cy="221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0" y="19800"/>
                  </a:moveTo>
                  <a:cubicBezTo>
                    <a:pt x="18900" y="20700"/>
                    <a:pt x="21600" y="21150"/>
                    <a:pt x="21600" y="21600"/>
                  </a:cubicBezTo>
                  <a:cubicBezTo>
                    <a:pt x="21600" y="17100"/>
                    <a:pt x="21600" y="13050"/>
                    <a:pt x="21600" y="8550"/>
                  </a:cubicBezTo>
                  <a:cubicBezTo>
                    <a:pt x="13500" y="5850"/>
                    <a:pt x="8100" y="2700"/>
                    <a:pt x="2700" y="0"/>
                  </a:cubicBezTo>
                  <a:cubicBezTo>
                    <a:pt x="0" y="4050"/>
                    <a:pt x="0" y="7650"/>
                    <a:pt x="0" y="11700"/>
                  </a:cubicBezTo>
                  <a:cubicBezTo>
                    <a:pt x="5400" y="14400"/>
                    <a:pt x="13500" y="17100"/>
                    <a:pt x="18900" y="198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0" name="Freeform 22"/>
            <p:cNvSpPr/>
            <p:nvPr/>
          </p:nvSpPr>
          <p:spPr>
            <a:xfrm>
              <a:off x="849863" y="6016139"/>
              <a:ext cx="238559" cy="622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08" y="2880"/>
                  </a:moveTo>
                  <a:cubicBezTo>
                    <a:pt x="2077" y="1920"/>
                    <a:pt x="831" y="960"/>
                    <a:pt x="0" y="0"/>
                  </a:cubicBezTo>
                  <a:cubicBezTo>
                    <a:pt x="1246" y="2560"/>
                    <a:pt x="2908" y="5120"/>
                    <a:pt x="4985" y="7680"/>
                  </a:cubicBezTo>
                  <a:cubicBezTo>
                    <a:pt x="5400" y="8480"/>
                    <a:pt x="5815" y="9120"/>
                    <a:pt x="6646" y="9920"/>
                  </a:cubicBezTo>
                  <a:cubicBezTo>
                    <a:pt x="11215" y="13760"/>
                    <a:pt x="16200" y="17760"/>
                    <a:pt x="2118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031" y="17440"/>
                    <a:pt x="13292" y="13280"/>
                    <a:pt x="9969" y="8960"/>
                  </a:cubicBezTo>
                  <a:cubicBezTo>
                    <a:pt x="7477" y="6880"/>
                    <a:pt x="5400" y="4960"/>
                    <a:pt x="2908" y="288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64" name="Group 9"/>
          <p:cNvGrpSpPr/>
          <p:nvPr/>
        </p:nvGrpSpPr>
        <p:grpSpPr>
          <a:xfrm>
            <a:off x="27221" y="-786"/>
            <a:ext cx="2356674" cy="6854040"/>
            <a:chOff x="0" y="0"/>
            <a:chExt cx="2356673" cy="6854039"/>
          </a:xfrm>
        </p:grpSpPr>
        <p:sp>
          <p:nvSpPr>
            <p:cNvPr id="52" name="Freeform 27"/>
            <p:cNvSpPr/>
            <p:nvPr/>
          </p:nvSpPr>
          <p:spPr>
            <a:xfrm>
              <a:off x="0" y="-1"/>
              <a:ext cx="494327" cy="4401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8" y="4930"/>
                  </a:moveTo>
                  <a:cubicBezTo>
                    <a:pt x="2307" y="6762"/>
                    <a:pt x="3565" y="8617"/>
                    <a:pt x="5452" y="10448"/>
                  </a:cubicBezTo>
                  <a:cubicBezTo>
                    <a:pt x="7130" y="12279"/>
                    <a:pt x="9227" y="14110"/>
                    <a:pt x="11953" y="15942"/>
                  </a:cubicBezTo>
                  <a:cubicBezTo>
                    <a:pt x="14470" y="17773"/>
                    <a:pt x="17616" y="19581"/>
                    <a:pt x="21181" y="21389"/>
                  </a:cubicBezTo>
                  <a:cubicBezTo>
                    <a:pt x="21390" y="21459"/>
                    <a:pt x="21600" y="21530"/>
                    <a:pt x="21600" y="21600"/>
                  </a:cubicBezTo>
                  <a:cubicBezTo>
                    <a:pt x="21390" y="21248"/>
                    <a:pt x="20971" y="20872"/>
                    <a:pt x="20761" y="20520"/>
                  </a:cubicBezTo>
                  <a:cubicBezTo>
                    <a:pt x="20761" y="20450"/>
                    <a:pt x="20761" y="20379"/>
                    <a:pt x="20761" y="20332"/>
                  </a:cubicBezTo>
                  <a:cubicBezTo>
                    <a:pt x="17825" y="18853"/>
                    <a:pt x="15309" y="17397"/>
                    <a:pt x="13212" y="15918"/>
                  </a:cubicBezTo>
                  <a:cubicBezTo>
                    <a:pt x="10485" y="14087"/>
                    <a:pt x="8179" y="12279"/>
                    <a:pt x="6291" y="10424"/>
                  </a:cubicBezTo>
                  <a:cubicBezTo>
                    <a:pt x="4404" y="8593"/>
                    <a:pt x="2936" y="6762"/>
                    <a:pt x="1887" y="4907"/>
                  </a:cubicBezTo>
                  <a:cubicBezTo>
                    <a:pt x="1468" y="3991"/>
                    <a:pt x="1049" y="3076"/>
                    <a:pt x="629" y="2160"/>
                  </a:cubicBezTo>
                  <a:cubicBezTo>
                    <a:pt x="419" y="1432"/>
                    <a:pt x="210" y="728"/>
                    <a:pt x="2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28"/>
                    <a:pt x="210" y="1432"/>
                    <a:pt x="210" y="2160"/>
                  </a:cubicBezTo>
                  <a:cubicBezTo>
                    <a:pt x="629" y="3076"/>
                    <a:pt x="839" y="3991"/>
                    <a:pt x="1468" y="49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3" name="Freeform 28"/>
            <p:cNvSpPr/>
            <p:nvPr/>
          </p:nvSpPr>
          <p:spPr>
            <a:xfrm>
              <a:off x="523067" y="4317258"/>
              <a:ext cx="423436" cy="1580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09" y="14989"/>
                  </a:moveTo>
                  <a:cubicBezTo>
                    <a:pt x="15709" y="17215"/>
                    <a:pt x="18409" y="19440"/>
                    <a:pt x="21600" y="21600"/>
                  </a:cubicBezTo>
                  <a:cubicBezTo>
                    <a:pt x="21600" y="21142"/>
                    <a:pt x="21600" y="20618"/>
                    <a:pt x="21600" y="20160"/>
                  </a:cubicBezTo>
                  <a:cubicBezTo>
                    <a:pt x="21600" y="20095"/>
                    <a:pt x="21600" y="19964"/>
                    <a:pt x="21600" y="19898"/>
                  </a:cubicBezTo>
                  <a:cubicBezTo>
                    <a:pt x="19391" y="18196"/>
                    <a:pt x="17182" y="16495"/>
                    <a:pt x="15218" y="14793"/>
                  </a:cubicBezTo>
                  <a:cubicBezTo>
                    <a:pt x="9327" y="9949"/>
                    <a:pt x="4173" y="4975"/>
                    <a:pt x="0" y="0"/>
                  </a:cubicBezTo>
                  <a:cubicBezTo>
                    <a:pt x="491" y="1375"/>
                    <a:pt x="982" y="2749"/>
                    <a:pt x="1718" y="4124"/>
                  </a:cubicBezTo>
                  <a:cubicBezTo>
                    <a:pt x="5155" y="7789"/>
                    <a:pt x="8836" y="11389"/>
                    <a:pt x="13009" y="1498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4" name="Freeform 29"/>
            <p:cNvSpPr/>
            <p:nvPr/>
          </p:nvSpPr>
          <p:spPr>
            <a:xfrm>
              <a:off x="979074" y="5863468"/>
              <a:ext cx="431100" cy="990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" y="1565"/>
                  </a:moveTo>
                  <a:cubicBezTo>
                    <a:pt x="960" y="1043"/>
                    <a:pt x="480" y="522"/>
                    <a:pt x="0" y="0"/>
                  </a:cubicBezTo>
                  <a:cubicBezTo>
                    <a:pt x="0" y="939"/>
                    <a:pt x="0" y="1983"/>
                    <a:pt x="240" y="3026"/>
                  </a:cubicBezTo>
                  <a:cubicBezTo>
                    <a:pt x="3360" y="6470"/>
                    <a:pt x="6480" y="9913"/>
                    <a:pt x="10080" y="13252"/>
                  </a:cubicBezTo>
                  <a:cubicBezTo>
                    <a:pt x="12960" y="16070"/>
                    <a:pt x="16080" y="18887"/>
                    <a:pt x="1920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240" y="18783"/>
                    <a:pt x="15120" y="15861"/>
                    <a:pt x="12000" y="12835"/>
                  </a:cubicBezTo>
                  <a:cubicBezTo>
                    <a:pt x="8160" y="9183"/>
                    <a:pt x="4800" y="5322"/>
                    <a:pt x="1440" y="1565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5" name="Freeform 30"/>
            <p:cNvSpPr/>
            <p:nvPr/>
          </p:nvSpPr>
          <p:spPr>
            <a:xfrm>
              <a:off x="494326" y="4365158"/>
              <a:ext cx="551808" cy="2235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70" y="18917"/>
                  </a:moveTo>
                  <a:cubicBezTo>
                    <a:pt x="17468" y="17946"/>
                    <a:pt x="15965" y="16928"/>
                    <a:pt x="14650" y="15911"/>
                  </a:cubicBezTo>
                  <a:cubicBezTo>
                    <a:pt x="10706" y="12997"/>
                    <a:pt x="7701" y="9991"/>
                    <a:pt x="5447" y="6984"/>
                  </a:cubicBezTo>
                  <a:cubicBezTo>
                    <a:pt x="4132" y="5504"/>
                    <a:pt x="3193" y="3978"/>
                    <a:pt x="2442" y="2451"/>
                  </a:cubicBezTo>
                  <a:cubicBezTo>
                    <a:pt x="1690" y="1619"/>
                    <a:pt x="751" y="833"/>
                    <a:pt x="0" y="0"/>
                  </a:cubicBezTo>
                  <a:cubicBezTo>
                    <a:pt x="939" y="2359"/>
                    <a:pt x="2254" y="4718"/>
                    <a:pt x="3944" y="7030"/>
                  </a:cubicBezTo>
                  <a:cubicBezTo>
                    <a:pt x="6198" y="10083"/>
                    <a:pt x="9203" y="13090"/>
                    <a:pt x="12960" y="16050"/>
                  </a:cubicBezTo>
                  <a:cubicBezTo>
                    <a:pt x="14838" y="17484"/>
                    <a:pt x="16904" y="18964"/>
                    <a:pt x="19346" y="20397"/>
                  </a:cubicBezTo>
                  <a:cubicBezTo>
                    <a:pt x="20097" y="20767"/>
                    <a:pt x="20849" y="21184"/>
                    <a:pt x="21600" y="21600"/>
                  </a:cubicBezTo>
                  <a:cubicBezTo>
                    <a:pt x="21412" y="21461"/>
                    <a:pt x="21224" y="21322"/>
                    <a:pt x="21037" y="21184"/>
                  </a:cubicBezTo>
                  <a:cubicBezTo>
                    <a:pt x="20285" y="20444"/>
                    <a:pt x="19534" y="19657"/>
                    <a:pt x="18970" y="18917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6" name="Freeform 31"/>
            <p:cNvSpPr/>
            <p:nvPr/>
          </p:nvSpPr>
          <p:spPr>
            <a:xfrm>
              <a:off x="444311" y="1289983"/>
              <a:ext cx="170725" cy="3027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0" h="21600" extrusionOk="0">
                  <a:moveTo>
                    <a:pt x="9750" y="21600"/>
                  </a:moveTo>
                  <a:cubicBezTo>
                    <a:pt x="8550" y="21191"/>
                    <a:pt x="7950" y="20781"/>
                    <a:pt x="7350" y="20372"/>
                  </a:cubicBezTo>
                  <a:cubicBezTo>
                    <a:pt x="4350" y="18085"/>
                    <a:pt x="2550" y="15833"/>
                    <a:pt x="2550" y="13581"/>
                  </a:cubicBezTo>
                  <a:cubicBezTo>
                    <a:pt x="2550" y="11295"/>
                    <a:pt x="4350" y="9043"/>
                    <a:pt x="7350" y="6756"/>
                  </a:cubicBezTo>
                  <a:cubicBezTo>
                    <a:pt x="8550" y="5630"/>
                    <a:pt x="10350" y="4504"/>
                    <a:pt x="12750" y="3378"/>
                  </a:cubicBezTo>
                  <a:cubicBezTo>
                    <a:pt x="15150" y="2252"/>
                    <a:pt x="17550" y="1126"/>
                    <a:pt x="21150" y="0"/>
                  </a:cubicBezTo>
                  <a:cubicBezTo>
                    <a:pt x="20550" y="0"/>
                    <a:pt x="20550" y="0"/>
                    <a:pt x="20550" y="0"/>
                  </a:cubicBezTo>
                  <a:cubicBezTo>
                    <a:pt x="16950" y="1126"/>
                    <a:pt x="13950" y="2252"/>
                    <a:pt x="11550" y="3378"/>
                  </a:cubicBezTo>
                  <a:cubicBezTo>
                    <a:pt x="9150" y="4504"/>
                    <a:pt x="7350" y="5630"/>
                    <a:pt x="5550" y="6756"/>
                  </a:cubicBezTo>
                  <a:cubicBezTo>
                    <a:pt x="1950" y="9009"/>
                    <a:pt x="150" y="11295"/>
                    <a:pt x="150" y="13581"/>
                  </a:cubicBezTo>
                  <a:cubicBezTo>
                    <a:pt x="-450" y="15731"/>
                    <a:pt x="750" y="17915"/>
                    <a:pt x="3750" y="20099"/>
                  </a:cubicBezTo>
                  <a:cubicBezTo>
                    <a:pt x="5550" y="20576"/>
                    <a:pt x="7350" y="21088"/>
                    <a:pt x="9150" y="21566"/>
                  </a:cubicBezTo>
                  <a:cubicBezTo>
                    <a:pt x="9150" y="21566"/>
                    <a:pt x="9750" y="21600"/>
                    <a:pt x="9750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7" name="Freeform 32"/>
            <p:cNvSpPr/>
            <p:nvPr/>
          </p:nvSpPr>
          <p:spPr>
            <a:xfrm>
              <a:off x="1084453" y="6572386"/>
              <a:ext cx="134120" cy="2816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71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86" y="14644"/>
                    <a:pt x="6943" y="7322"/>
                    <a:pt x="0" y="0"/>
                  </a:cubicBezTo>
                  <a:cubicBezTo>
                    <a:pt x="4629" y="7322"/>
                    <a:pt x="10029" y="14644"/>
                    <a:pt x="16971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8" name="Freeform 33"/>
            <p:cNvSpPr/>
            <p:nvPr/>
          </p:nvSpPr>
          <p:spPr>
            <a:xfrm>
              <a:off x="475166" y="4108415"/>
              <a:ext cx="82390" cy="5115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82" y="10901"/>
                  </a:moveTo>
                  <a:cubicBezTo>
                    <a:pt x="10165" y="14535"/>
                    <a:pt x="16518" y="17966"/>
                    <a:pt x="21600" y="21600"/>
                  </a:cubicBezTo>
                  <a:cubicBezTo>
                    <a:pt x="17788" y="17361"/>
                    <a:pt x="15247" y="13121"/>
                    <a:pt x="12706" y="8882"/>
                  </a:cubicBezTo>
                  <a:cubicBezTo>
                    <a:pt x="12706" y="8882"/>
                    <a:pt x="11435" y="8680"/>
                    <a:pt x="11435" y="8680"/>
                  </a:cubicBezTo>
                  <a:cubicBezTo>
                    <a:pt x="7624" y="5854"/>
                    <a:pt x="3812" y="2826"/>
                    <a:pt x="0" y="0"/>
                  </a:cubicBezTo>
                  <a:cubicBezTo>
                    <a:pt x="0" y="404"/>
                    <a:pt x="0" y="1009"/>
                    <a:pt x="0" y="1615"/>
                  </a:cubicBezTo>
                  <a:cubicBezTo>
                    <a:pt x="1271" y="4643"/>
                    <a:pt x="3812" y="7873"/>
                    <a:pt x="5082" y="10901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9" name="Freeform 34"/>
            <p:cNvSpPr/>
            <p:nvPr/>
          </p:nvSpPr>
          <p:spPr>
            <a:xfrm>
              <a:off x="946501" y="3146585"/>
              <a:ext cx="1410173" cy="27168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" y="21030"/>
                  </a:moveTo>
                  <a:cubicBezTo>
                    <a:pt x="661" y="19052"/>
                    <a:pt x="1396" y="17037"/>
                    <a:pt x="2571" y="15097"/>
                  </a:cubicBezTo>
                  <a:cubicBezTo>
                    <a:pt x="3747" y="13196"/>
                    <a:pt x="5363" y="11332"/>
                    <a:pt x="7273" y="9583"/>
                  </a:cubicBezTo>
                  <a:cubicBezTo>
                    <a:pt x="9110" y="7796"/>
                    <a:pt x="11314" y="6123"/>
                    <a:pt x="13739" y="4525"/>
                  </a:cubicBezTo>
                  <a:cubicBezTo>
                    <a:pt x="14914" y="3727"/>
                    <a:pt x="16163" y="2928"/>
                    <a:pt x="17486" y="2206"/>
                  </a:cubicBezTo>
                  <a:cubicBezTo>
                    <a:pt x="18147" y="1825"/>
                    <a:pt x="18808" y="1445"/>
                    <a:pt x="19469" y="1065"/>
                  </a:cubicBezTo>
                  <a:cubicBezTo>
                    <a:pt x="20131" y="723"/>
                    <a:pt x="20865" y="342"/>
                    <a:pt x="21600" y="0"/>
                  </a:cubicBezTo>
                  <a:cubicBezTo>
                    <a:pt x="21527" y="0"/>
                    <a:pt x="21527" y="0"/>
                    <a:pt x="21527" y="0"/>
                  </a:cubicBezTo>
                  <a:cubicBezTo>
                    <a:pt x="20792" y="342"/>
                    <a:pt x="20057" y="685"/>
                    <a:pt x="19396" y="1027"/>
                  </a:cubicBezTo>
                  <a:cubicBezTo>
                    <a:pt x="18735" y="1407"/>
                    <a:pt x="18073" y="1787"/>
                    <a:pt x="17412" y="2130"/>
                  </a:cubicBezTo>
                  <a:cubicBezTo>
                    <a:pt x="16016" y="2890"/>
                    <a:pt x="14767" y="3651"/>
                    <a:pt x="13592" y="4449"/>
                  </a:cubicBezTo>
                  <a:cubicBezTo>
                    <a:pt x="11094" y="6046"/>
                    <a:pt x="8890" y="7720"/>
                    <a:pt x="6980" y="9469"/>
                  </a:cubicBezTo>
                  <a:cubicBezTo>
                    <a:pt x="4996" y="11256"/>
                    <a:pt x="3380" y="13120"/>
                    <a:pt x="2204" y="15059"/>
                  </a:cubicBezTo>
                  <a:cubicBezTo>
                    <a:pt x="955" y="16923"/>
                    <a:pt x="220" y="18900"/>
                    <a:pt x="0" y="20877"/>
                  </a:cubicBezTo>
                  <a:cubicBezTo>
                    <a:pt x="220" y="21106"/>
                    <a:pt x="367" y="21334"/>
                    <a:pt x="514" y="21600"/>
                  </a:cubicBezTo>
                  <a:cubicBezTo>
                    <a:pt x="514" y="21410"/>
                    <a:pt x="514" y="21220"/>
                    <a:pt x="588" y="210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60" name="Freeform 35"/>
            <p:cNvSpPr/>
            <p:nvPr/>
          </p:nvSpPr>
          <p:spPr>
            <a:xfrm>
              <a:off x="1046133" y="6601126"/>
              <a:ext cx="120709" cy="2529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320" y="7336"/>
                    <a:pt x="10368" y="14672"/>
                    <a:pt x="1641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24" y="14672"/>
                    <a:pt x="6912" y="7336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61" name="Freeform 36"/>
            <p:cNvSpPr/>
            <p:nvPr/>
          </p:nvSpPr>
          <p:spPr>
            <a:xfrm>
              <a:off x="946501" y="5897956"/>
              <a:ext cx="137953" cy="6744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4596"/>
                    <a:pt x="1490" y="9191"/>
                    <a:pt x="5214" y="13634"/>
                  </a:cubicBezTo>
                  <a:cubicBezTo>
                    <a:pt x="8193" y="15013"/>
                    <a:pt x="10428" y="16545"/>
                    <a:pt x="13407" y="17923"/>
                  </a:cubicBezTo>
                  <a:cubicBezTo>
                    <a:pt x="16386" y="19149"/>
                    <a:pt x="18621" y="20374"/>
                    <a:pt x="21600" y="21600"/>
                  </a:cubicBezTo>
                  <a:cubicBezTo>
                    <a:pt x="20855" y="21294"/>
                    <a:pt x="20855" y="20987"/>
                    <a:pt x="20110" y="20681"/>
                  </a:cubicBezTo>
                  <a:cubicBezTo>
                    <a:pt x="11917" y="15013"/>
                    <a:pt x="7448" y="9191"/>
                    <a:pt x="5959" y="3370"/>
                  </a:cubicBezTo>
                  <a:cubicBezTo>
                    <a:pt x="5214" y="2757"/>
                    <a:pt x="3724" y="2298"/>
                    <a:pt x="2979" y="1685"/>
                  </a:cubicBezTo>
                  <a:cubicBezTo>
                    <a:pt x="1490" y="1072"/>
                    <a:pt x="745" y="460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62" name="Freeform 37"/>
            <p:cNvSpPr/>
            <p:nvPr/>
          </p:nvSpPr>
          <p:spPr>
            <a:xfrm>
              <a:off x="946501" y="5773415"/>
              <a:ext cx="38321" cy="2280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1700"/>
                  </a:moveTo>
                  <a:cubicBezTo>
                    <a:pt x="2700" y="13050"/>
                    <a:pt x="5400" y="14850"/>
                    <a:pt x="10800" y="16650"/>
                  </a:cubicBezTo>
                  <a:cubicBezTo>
                    <a:pt x="13500" y="18450"/>
                    <a:pt x="18900" y="19800"/>
                    <a:pt x="21600" y="21600"/>
                  </a:cubicBezTo>
                  <a:cubicBezTo>
                    <a:pt x="18900" y="17100"/>
                    <a:pt x="18900" y="12600"/>
                    <a:pt x="18900" y="8550"/>
                  </a:cubicBezTo>
                  <a:cubicBezTo>
                    <a:pt x="13500" y="5400"/>
                    <a:pt x="8100" y="2700"/>
                    <a:pt x="0" y="0"/>
                  </a:cubicBezTo>
                  <a:cubicBezTo>
                    <a:pt x="0" y="450"/>
                    <a:pt x="0" y="1350"/>
                    <a:pt x="0" y="1800"/>
                  </a:cubicBezTo>
                  <a:cubicBezTo>
                    <a:pt x="0" y="4950"/>
                    <a:pt x="0" y="8550"/>
                    <a:pt x="0" y="117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63" name="Freeform 38"/>
            <p:cNvSpPr/>
            <p:nvPr/>
          </p:nvSpPr>
          <p:spPr>
            <a:xfrm>
              <a:off x="979074" y="6323307"/>
              <a:ext cx="210760" cy="5307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400" y="5449"/>
                  </a:moveTo>
                  <a:cubicBezTo>
                    <a:pt x="3436" y="3697"/>
                    <a:pt x="1964" y="1751"/>
                    <a:pt x="0" y="0"/>
                  </a:cubicBezTo>
                  <a:cubicBezTo>
                    <a:pt x="1473" y="3114"/>
                    <a:pt x="3436" y="6422"/>
                    <a:pt x="5400" y="9535"/>
                  </a:cubicBezTo>
                  <a:cubicBezTo>
                    <a:pt x="5891" y="10119"/>
                    <a:pt x="6382" y="10703"/>
                    <a:pt x="6873" y="11286"/>
                  </a:cubicBezTo>
                  <a:cubicBezTo>
                    <a:pt x="10800" y="14789"/>
                    <a:pt x="14727" y="18292"/>
                    <a:pt x="1914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182" y="17903"/>
                    <a:pt x="13745" y="14011"/>
                    <a:pt x="10800" y="10119"/>
                  </a:cubicBezTo>
                  <a:cubicBezTo>
                    <a:pt x="8836" y="8562"/>
                    <a:pt x="7364" y="7005"/>
                    <a:pt x="5400" y="544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65" name="Rectangle 6"/>
          <p:cNvSpPr/>
          <p:nvPr/>
        </p:nvSpPr>
        <p:spPr>
          <a:xfrm>
            <a:off x="-1" y="0"/>
            <a:ext cx="182882" cy="6858000"/>
          </a:xfrm>
          <a:prstGeom prst="rect">
            <a:avLst/>
          </a:prstGeom>
          <a:solidFill>
            <a:srgbClr val="766F5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xfrm>
            <a:off x="2589213" y="2514600"/>
            <a:ext cx="8915400" cy="2262782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589213" y="4777378"/>
            <a:ext cx="8915400" cy="1126284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>
                <a:solidFill>
                  <a:srgbClr val="595959"/>
                </a:solidFill>
              </a:defRPr>
            </a:lvl1pPr>
            <a:lvl2pPr marL="0" indent="457200">
              <a:buClrTx/>
              <a:buSzTx/>
              <a:buNone/>
              <a:defRPr>
                <a:solidFill>
                  <a:srgbClr val="595959"/>
                </a:solidFill>
              </a:defRPr>
            </a:lvl2pPr>
            <a:lvl3pPr marL="0" indent="914400">
              <a:buClrTx/>
              <a:buSzTx/>
              <a:buNone/>
              <a:defRPr>
                <a:solidFill>
                  <a:srgbClr val="595959"/>
                </a:solidFill>
              </a:defRPr>
            </a:lvl3pPr>
            <a:lvl4pPr marL="0" indent="1371600">
              <a:buClrTx/>
              <a:buSzTx/>
              <a:buNone/>
              <a:defRPr>
                <a:solidFill>
                  <a:srgbClr val="595959"/>
                </a:solidFill>
              </a:defRPr>
            </a:lvl4pPr>
            <a:lvl5pPr marL="0" indent="1828800">
              <a:buClrTx/>
              <a:buSzTx/>
              <a:buNone/>
              <a:defRPr>
                <a:solidFill>
                  <a:srgbClr val="595959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Freeform 6"/>
          <p:cNvSpPr/>
          <p:nvPr/>
        </p:nvSpPr>
        <p:spPr>
          <a:xfrm>
            <a:off x="-1" y="4323810"/>
            <a:ext cx="1742309" cy="7785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1" h="21600" extrusionOk="0">
                <a:moveTo>
                  <a:pt x="16665" y="21600"/>
                </a:moveTo>
                <a:cubicBezTo>
                  <a:pt x="16839" y="21600"/>
                  <a:pt x="16955" y="21470"/>
                  <a:pt x="17013" y="21340"/>
                </a:cubicBezTo>
                <a:cubicBezTo>
                  <a:pt x="17013" y="21210"/>
                  <a:pt x="17071" y="21210"/>
                  <a:pt x="17071" y="21210"/>
                </a:cubicBezTo>
                <a:cubicBezTo>
                  <a:pt x="21484" y="11320"/>
                  <a:pt x="21484" y="11320"/>
                  <a:pt x="21484" y="11320"/>
                </a:cubicBezTo>
                <a:cubicBezTo>
                  <a:pt x="21600" y="11060"/>
                  <a:pt x="21600" y="10540"/>
                  <a:pt x="21484" y="10149"/>
                </a:cubicBezTo>
                <a:cubicBezTo>
                  <a:pt x="17071" y="390"/>
                  <a:pt x="17071" y="390"/>
                  <a:pt x="17071" y="390"/>
                </a:cubicBezTo>
                <a:cubicBezTo>
                  <a:pt x="17071" y="260"/>
                  <a:pt x="17013" y="260"/>
                  <a:pt x="17013" y="260"/>
                </a:cubicBezTo>
                <a:cubicBezTo>
                  <a:pt x="16955" y="130"/>
                  <a:pt x="16839" y="0"/>
                  <a:pt x="1666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600"/>
                  <a:pt x="0" y="21600"/>
                  <a:pt x="0" y="21600"/>
                </a:cubicBezTo>
                <a:lnTo>
                  <a:pt x="16665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925905" y="4513982"/>
            <a:ext cx="385675" cy="396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 Text"/>
          <p:cNvSpPr txBox="1">
            <a:spLocks noGrp="1"/>
          </p:cNvSpPr>
          <p:nvPr>
            <p:ph type="title"/>
          </p:nvPr>
        </p:nvSpPr>
        <p:spPr>
          <a:xfrm>
            <a:off x="2592925" y="624110"/>
            <a:ext cx="8911688" cy="128089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7" name="Body Level One…"/>
          <p:cNvSpPr txBox="1">
            <a:spLocks noGrp="1"/>
          </p:cNvSpPr>
          <p:nvPr>
            <p:ph type="body" idx="1"/>
          </p:nvPr>
        </p:nvSpPr>
        <p:spPr>
          <a:xfrm>
            <a:off x="2589211" y="2133600"/>
            <a:ext cx="8915401" cy="377762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22"/>
          <p:cNvGrpSpPr/>
          <p:nvPr/>
        </p:nvGrpSpPr>
        <p:grpSpPr>
          <a:xfrm>
            <a:off x="0" y="228599"/>
            <a:ext cx="2851518" cy="6638630"/>
            <a:chOff x="0" y="0"/>
            <a:chExt cx="2851516" cy="6638628"/>
          </a:xfrm>
        </p:grpSpPr>
        <p:sp>
          <p:nvSpPr>
            <p:cNvPr id="85" name="Freeform 11"/>
            <p:cNvSpPr/>
            <p:nvPr/>
          </p:nvSpPr>
          <p:spPr>
            <a:xfrm>
              <a:off x="-1" y="2346443"/>
              <a:ext cx="100643" cy="6262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19636" y="18582"/>
                    <a:pt x="18655" y="15724"/>
                    <a:pt x="16691" y="12706"/>
                  </a:cubicBezTo>
                  <a:cubicBezTo>
                    <a:pt x="10800" y="8576"/>
                    <a:pt x="5891" y="4288"/>
                    <a:pt x="0" y="0"/>
                  </a:cubicBezTo>
                  <a:cubicBezTo>
                    <a:pt x="0" y="5559"/>
                    <a:pt x="0" y="5559"/>
                    <a:pt x="0" y="5559"/>
                  </a:cubicBezTo>
                  <a:cubicBezTo>
                    <a:pt x="5891" y="10165"/>
                    <a:pt x="12764" y="14929"/>
                    <a:pt x="19636" y="19694"/>
                  </a:cubicBezTo>
                  <a:cubicBezTo>
                    <a:pt x="19636" y="20329"/>
                    <a:pt x="20618" y="20965"/>
                    <a:pt x="21600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Freeform 12"/>
            <p:cNvSpPr/>
            <p:nvPr/>
          </p:nvSpPr>
          <p:spPr>
            <a:xfrm>
              <a:off x="128598" y="2927929"/>
              <a:ext cx="646718" cy="23222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69" y="15000"/>
                  </a:moveTo>
                  <a:cubicBezTo>
                    <a:pt x="15891" y="17229"/>
                    <a:pt x="18514" y="19414"/>
                    <a:pt x="21446" y="21600"/>
                  </a:cubicBezTo>
                  <a:cubicBezTo>
                    <a:pt x="21446" y="21214"/>
                    <a:pt x="21446" y="20871"/>
                    <a:pt x="21600" y="20486"/>
                  </a:cubicBezTo>
                  <a:cubicBezTo>
                    <a:pt x="19131" y="18643"/>
                    <a:pt x="16817" y="16757"/>
                    <a:pt x="14657" y="14871"/>
                  </a:cubicBezTo>
                  <a:cubicBezTo>
                    <a:pt x="8949" y="9986"/>
                    <a:pt x="4166" y="5014"/>
                    <a:pt x="0" y="0"/>
                  </a:cubicBezTo>
                  <a:cubicBezTo>
                    <a:pt x="309" y="857"/>
                    <a:pt x="617" y="1757"/>
                    <a:pt x="926" y="2614"/>
                  </a:cubicBezTo>
                  <a:cubicBezTo>
                    <a:pt x="4629" y="6771"/>
                    <a:pt x="8640" y="10929"/>
                    <a:pt x="13269" y="150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Freeform 13"/>
            <p:cNvSpPr/>
            <p:nvPr/>
          </p:nvSpPr>
          <p:spPr>
            <a:xfrm>
              <a:off x="806998" y="5218460"/>
              <a:ext cx="609443" cy="14201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9" y="1543"/>
                  </a:moveTo>
                  <a:cubicBezTo>
                    <a:pt x="818" y="1052"/>
                    <a:pt x="327" y="561"/>
                    <a:pt x="0" y="0"/>
                  </a:cubicBezTo>
                  <a:cubicBezTo>
                    <a:pt x="0" y="701"/>
                    <a:pt x="0" y="1332"/>
                    <a:pt x="0" y="2034"/>
                  </a:cubicBezTo>
                  <a:cubicBezTo>
                    <a:pt x="3436" y="5961"/>
                    <a:pt x="7200" y="9818"/>
                    <a:pt x="11127" y="13605"/>
                  </a:cubicBezTo>
                  <a:cubicBezTo>
                    <a:pt x="13909" y="16270"/>
                    <a:pt x="17018" y="18935"/>
                    <a:pt x="20127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491" y="18865"/>
                    <a:pt x="15382" y="16130"/>
                    <a:pt x="12600" y="13325"/>
                  </a:cubicBezTo>
                  <a:cubicBezTo>
                    <a:pt x="8509" y="9468"/>
                    <a:pt x="4745" y="5540"/>
                    <a:pt x="1309" y="1543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Freeform 14"/>
            <p:cNvSpPr/>
            <p:nvPr/>
          </p:nvSpPr>
          <p:spPr>
            <a:xfrm>
              <a:off x="959824" y="6275198"/>
              <a:ext cx="171465" cy="3634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346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4011" y="14491"/>
                    <a:pt x="7005" y="7382"/>
                    <a:pt x="0" y="0"/>
                  </a:cubicBezTo>
                  <a:cubicBezTo>
                    <a:pt x="4670" y="7382"/>
                    <a:pt x="9924" y="14491"/>
                    <a:pt x="16346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9" name="Freeform 15"/>
            <p:cNvSpPr/>
            <p:nvPr/>
          </p:nvSpPr>
          <p:spPr>
            <a:xfrm>
              <a:off x="100641" y="2972659"/>
              <a:ext cx="821909" cy="3328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58" y="19745"/>
                  </a:moveTo>
                  <a:cubicBezTo>
                    <a:pt x="17596" y="18489"/>
                    <a:pt x="15775" y="17232"/>
                    <a:pt x="14076" y="15976"/>
                  </a:cubicBezTo>
                  <a:cubicBezTo>
                    <a:pt x="10193" y="13074"/>
                    <a:pt x="7160" y="10082"/>
                    <a:pt x="4854" y="7060"/>
                  </a:cubicBezTo>
                  <a:cubicBezTo>
                    <a:pt x="3519" y="5235"/>
                    <a:pt x="2427" y="3381"/>
                    <a:pt x="1456" y="1526"/>
                  </a:cubicBezTo>
                  <a:cubicBezTo>
                    <a:pt x="971" y="1017"/>
                    <a:pt x="485" y="509"/>
                    <a:pt x="0" y="0"/>
                  </a:cubicBezTo>
                  <a:cubicBezTo>
                    <a:pt x="971" y="2363"/>
                    <a:pt x="2306" y="4757"/>
                    <a:pt x="4004" y="7090"/>
                  </a:cubicBezTo>
                  <a:cubicBezTo>
                    <a:pt x="6189" y="10142"/>
                    <a:pt x="9222" y="13134"/>
                    <a:pt x="12984" y="16065"/>
                  </a:cubicBezTo>
                  <a:cubicBezTo>
                    <a:pt x="14926" y="17531"/>
                    <a:pt x="17110" y="18967"/>
                    <a:pt x="19416" y="20373"/>
                  </a:cubicBezTo>
                  <a:cubicBezTo>
                    <a:pt x="20144" y="20792"/>
                    <a:pt x="20872" y="21181"/>
                    <a:pt x="21600" y="21600"/>
                  </a:cubicBezTo>
                  <a:cubicBezTo>
                    <a:pt x="21357" y="21450"/>
                    <a:pt x="21236" y="21331"/>
                    <a:pt x="21115" y="21181"/>
                  </a:cubicBezTo>
                  <a:cubicBezTo>
                    <a:pt x="20508" y="20702"/>
                    <a:pt x="20022" y="20224"/>
                    <a:pt x="19658" y="19745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0" name="Freeform 16"/>
            <p:cNvSpPr/>
            <p:nvPr/>
          </p:nvSpPr>
          <p:spPr>
            <a:xfrm>
              <a:off x="26126" y="0"/>
              <a:ext cx="102473" cy="29279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35" h="21600" extrusionOk="0">
                  <a:moveTo>
                    <a:pt x="9565" y="19627"/>
                  </a:moveTo>
                  <a:cubicBezTo>
                    <a:pt x="10505" y="19763"/>
                    <a:pt x="10505" y="19899"/>
                    <a:pt x="10505" y="20035"/>
                  </a:cubicBezTo>
                  <a:cubicBezTo>
                    <a:pt x="13322" y="20511"/>
                    <a:pt x="17078" y="20988"/>
                    <a:pt x="19896" y="21498"/>
                  </a:cubicBezTo>
                  <a:cubicBezTo>
                    <a:pt x="19896" y="21532"/>
                    <a:pt x="19896" y="21566"/>
                    <a:pt x="20835" y="21600"/>
                  </a:cubicBezTo>
                  <a:cubicBezTo>
                    <a:pt x="18957" y="20920"/>
                    <a:pt x="17078" y="20273"/>
                    <a:pt x="15200" y="19593"/>
                  </a:cubicBezTo>
                  <a:cubicBezTo>
                    <a:pt x="7687" y="16123"/>
                    <a:pt x="3931" y="12654"/>
                    <a:pt x="3931" y="9150"/>
                  </a:cubicBezTo>
                  <a:cubicBezTo>
                    <a:pt x="4870" y="6089"/>
                    <a:pt x="7687" y="3061"/>
                    <a:pt x="13322" y="0"/>
                  </a:cubicBezTo>
                  <a:cubicBezTo>
                    <a:pt x="10505" y="0"/>
                    <a:pt x="10505" y="0"/>
                    <a:pt x="10505" y="0"/>
                  </a:cubicBezTo>
                  <a:cubicBezTo>
                    <a:pt x="3931" y="3027"/>
                    <a:pt x="1113" y="6089"/>
                    <a:pt x="174" y="9150"/>
                  </a:cubicBezTo>
                  <a:cubicBezTo>
                    <a:pt x="-765" y="12654"/>
                    <a:pt x="2052" y="16123"/>
                    <a:pt x="9565" y="19627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1" name="Freeform 17"/>
            <p:cNvSpPr/>
            <p:nvPr/>
          </p:nvSpPr>
          <p:spPr>
            <a:xfrm>
              <a:off x="78276" y="2715463"/>
              <a:ext cx="78278" cy="4938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2541" y="3836"/>
                    <a:pt x="3812" y="7469"/>
                    <a:pt x="6353" y="11305"/>
                  </a:cubicBezTo>
                  <a:cubicBezTo>
                    <a:pt x="11435" y="14736"/>
                    <a:pt x="16518" y="18168"/>
                    <a:pt x="21600" y="21600"/>
                  </a:cubicBezTo>
                  <a:cubicBezTo>
                    <a:pt x="19059" y="17563"/>
                    <a:pt x="16518" y="13323"/>
                    <a:pt x="13976" y="9286"/>
                  </a:cubicBezTo>
                  <a:cubicBezTo>
                    <a:pt x="12706" y="9084"/>
                    <a:pt x="12706" y="8882"/>
                    <a:pt x="12706" y="8680"/>
                  </a:cubicBezTo>
                  <a:cubicBezTo>
                    <a:pt x="8894" y="5652"/>
                    <a:pt x="3812" y="2826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2" name="Freeform 18"/>
            <p:cNvSpPr/>
            <p:nvPr/>
          </p:nvSpPr>
          <p:spPr>
            <a:xfrm>
              <a:off x="769723" y="5250144"/>
              <a:ext cx="190102" cy="1025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3016"/>
                    <a:pt x="1054" y="6032"/>
                    <a:pt x="2634" y="9049"/>
                  </a:cubicBezTo>
                  <a:cubicBezTo>
                    <a:pt x="4215" y="11384"/>
                    <a:pt x="6322" y="13816"/>
                    <a:pt x="8956" y="16151"/>
                  </a:cubicBezTo>
                  <a:cubicBezTo>
                    <a:pt x="10010" y="16735"/>
                    <a:pt x="11590" y="17319"/>
                    <a:pt x="12644" y="17903"/>
                  </a:cubicBezTo>
                  <a:cubicBezTo>
                    <a:pt x="15805" y="19168"/>
                    <a:pt x="18439" y="20335"/>
                    <a:pt x="21600" y="21600"/>
                  </a:cubicBezTo>
                  <a:cubicBezTo>
                    <a:pt x="21073" y="21308"/>
                    <a:pt x="20546" y="20919"/>
                    <a:pt x="20020" y="20627"/>
                  </a:cubicBezTo>
                  <a:cubicBezTo>
                    <a:pt x="13698" y="16735"/>
                    <a:pt x="9483" y="12843"/>
                    <a:pt x="6849" y="8951"/>
                  </a:cubicBezTo>
                  <a:cubicBezTo>
                    <a:pt x="5795" y="6616"/>
                    <a:pt x="4741" y="4378"/>
                    <a:pt x="4215" y="2141"/>
                  </a:cubicBezTo>
                  <a:cubicBezTo>
                    <a:pt x="4215" y="2043"/>
                    <a:pt x="3688" y="1946"/>
                    <a:pt x="3688" y="1751"/>
                  </a:cubicBezTo>
                  <a:cubicBezTo>
                    <a:pt x="2634" y="1168"/>
                    <a:pt x="1054" y="584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3" name="Freeform 19"/>
            <p:cNvSpPr/>
            <p:nvPr/>
          </p:nvSpPr>
          <p:spPr>
            <a:xfrm>
              <a:off x="775314" y="1170426"/>
              <a:ext cx="2076203" cy="40480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36" y="21010"/>
                  </a:moveTo>
                  <a:cubicBezTo>
                    <a:pt x="480" y="18992"/>
                    <a:pt x="1248" y="17000"/>
                    <a:pt x="2400" y="15081"/>
                  </a:cubicBezTo>
                  <a:cubicBezTo>
                    <a:pt x="3600" y="13162"/>
                    <a:pt x="5232" y="11317"/>
                    <a:pt x="7152" y="9545"/>
                  </a:cubicBezTo>
                  <a:cubicBezTo>
                    <a:pt x="9072" y="7774"/>
                    <a:pt x="11280" y="6101"/>
                    <a:pt x="13680" y="4502"/>
                  </a:cubicBezTo>
                  <a:cubicBezTo>
                    <a:pt x="14880" y="3715"/>
                    <a:pt x="16176" y="2928"/>
                    <a:pt x="17472" y="2190"/>
                  </a:cubicBezTo>
                  <a:cubicBezTo>
                    <a:pt x="18144" y="1821"/>
                    <a:pt x="18816" y="1427"/>
                    <a:pt x="19488" y="1082"/>
                  </a:cubicBezTo>
                  <a:cubicBezTo>
                    <a:pt x="20208" y="713"/>
                    <a:pt x="20880" y="369"/>
                    <a:pt x="21600" y="25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0832" y="344"/>
                    <a:pt x="20160" y="689"/>
                    <a:pt x="19440" y="1058"/>
                  </a:cubicBezTo>
                  <a:cubicBezTo>
                    <a:pt x="18768" y="1402"/>
                    <a:pt x="18096" y="1771"/>
                    <a:pt x="17424" y="2165"/>
                  </a:cubicBezTo>
                  <a:cubicBezTo>
                    <a:pt x="16080" y="2903"/>
                    <a:pt x="14784" y="3666"/>
                    <a:pt x="13584" y="4453"/>
                  </a:cubicBezTo>
                  <a:cubicBezTo>
                    <a:pt x="11136" y="6052"/>
                    <a:pt x="8880" y="7725"/>
                    <a:pt x="6960" y="9496"/>
                  </a:cubicBezTo>
                  <a:cubicBezTo>
                    <a:pt x="4992" y="11243"/>
                    <a:pt x="3360" y="13113"/>
                    <a:pt x="2160" y="15031"/>
                  </a:cubicBezTo>
                  <a:cubicBezTo>
                    <a:pt x="912" y="16975"/>
                    <a:pt x="144" y="18968"/>
                    <a:pt x="0" y="21010"/>
                  </a:cubicBezTo>
                  <a:cubicBezTo>
                    <a:pt x="0" y="21059"/>
                    <a:pt x="0" y="21083"/>
                    <a:pt x="0" y="21133"/>
                  </a:cubicBezTo>
                  <a:cubicBezTo>
                    <a:pt x="96" y="21280"/>
                    <a:pt x="192" y="21452"/>
                    <a:pt x="336" y="21600"/>
                  </a:cubicBezTo>
                  <a:cubicBezTo>
                    <a:pt x="336" y="21403"/>
                    <a:pt x="336" y="21206"/>
                    <a:pt x="336" y="2101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4" name="Freeform 20"/>
            <p:cNvSpPr/>
            <p:nvPr/>
          </p:nvSpPr>
          <p:spPr>
            <a:xfrm>
              <a:off x="922549" y="6301291"/>
              <a:ext cx="162147" cy="337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320" y="7101"/>
                    <a:pt x="9874" y="14499"/>
                    <a:pt x="1604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4194" y="14499"/>
                    <a:pt x="6789" y="7101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5" name="Freeform 21"/>
            <p:cNvSpPr/>
            <p:nvPr/>
          </p:nvSpPr>
          <p:spPr>
            <a:xfrm>
              <a:off x="769723" y="5130865"/>
              <a:ext cx="37276" cy="221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0" y="19800"/>
                  </a:moveTo>
                  <a:cubicBezTo>
                    <a:pt x="18900" y="20700"/>
                    <a:pt x="21600" y="21150"/>
                    <a:pt x="21600" y="21600"/>
                  </a:cubicBezTo>
                  <a:cubicBezTo>
                    <a:pt x="21600" y="17100"/>
                    <a:pt x="21600" y="13050"/>
                    <a:pt x="21600" y="8550"/>
                  </a:cubicBezTo>
                  <a:cubicBezTo>
                    <a:pt x="13500" y="5850"/>
                    <a:pt x="8100" y="2700"/>
                    <a:pt x="2700" y="0"/>
                  </a:cubicBezTo>
                  <a:cubicBezTo>
                    <a:pt x="0" y="4050"/>
                    <a:pt x="0" y="7650"/>
                    <a:pt x="0" y="11700"/>
                  </a:cubicBezTo>
                  <a:cubicBezTo>
                    <a:pt x="5400" y="14400"/>
                    <a:pt x="13500" y="17100"/>
                    <a:pt x="18900" y="198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6" name="Freeform 22"/>
            <p:cNvSpPr/>
            <p:nvPr/>
          </p:nvSpPr>
          <p:spPr>
            <a:xfrm>
              <a:off x="849863" y="6016139"/>
              <a:ext cx="238559" cy="622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08" y="2880"/>
                  </a:moveTo>
                  <a:cubicBezTo>
                    <a:pt x="2077" y="1920"/>
                    <a:pt x="831" y="960"/>
                    <a:pt x="0" y="0"/>
                  </a:cubicBezTo>
                  <a:cubicBezTo>
                    <a:pt x="1246" y="2560"/>
                    <a:pt x="2908" y="5120"/>
                    <a:pt x="4985" y="7680"/>
                  </a:cubicBezTo>
                  <a:cubicBezTo>
                    <a:pt x="5400" y="8480"/>
                    <a:pt x="5815" y="9120"/>
                    <a:pt x="6646" y="9920"/>
                  </a:cubicBezTo>
                  <a:cubicBezTo>
                    <a:pt x="11215" y="13760"/>
                    <a:pt x="16200" y="17760"/>
                    <a:pt x="2118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031" y="17440"/>
                    <a:pt x="13292" y="13280"/>
                    <a:pt x="9969" y="8960"/>
                  </a:cubicBezTo>
                  <a:cubicBezTo>
                    <a:pt x="7477" y="6880"/>
                    <a:pt x="5400" y="4960"/>
                    <a:pt x="2908" y="288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110" name="Group 9"/>
          <p:cNvGrpSpPr/>
          <p:nvPr/>
        </p:nvGrpSpPr>
        <p:grpSpPr>
          <a:xfrm>
            <a:off x="27221" y="-786"/>
            <a:ext cx="2356674" cy="6854040"/>
            <a:chOff x="0" y="0"/>
            <a:chExt cx="2356673" cy="6854039"/>
          </a:xfrm>
        </p:grpSpPr>
        <p:sp>
          <p:nvSpPr>
            <p:cNvPr id="98" name="Freeform 27"/>
            <p:cNvSpPr/>
            <p:nvPr/>
          </p:nvSpPr>
          <p:spPr>
            <a:xfrm>
              <a:off x="0" y="-1"/>
              <a:ext cx="494327" cy="4401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8" y="4930"/>
                  </a:moveTo>
                  <a:cubicBezTo>
                    <a:pt x="2307" y="6762"/>
                    <a:pt x="3565" y="8617"/>
                    <a:pt x="5452" y="10448"/>
                  </a:cubicBezTo>
                  <a:cubicBezTo>
                    <a:pt x="7130" y="12279"/>
                    <a:pt x="9227" y="14110"/>
                    <a:pt x="11953" y="15942"/>
                  </a:cubicBezTo>
                  <a:cubicBezTo>
                    <a:pt x="14470" y="17773"/>
                    <a:pt x="17616" y="19581"/>
                    <a:pt x="21181" y="21389"/>
                  </a:cubicBezTo>
                  <a:cubicBezTo>
                    <a:pt x="21390" y="21459"/>
                    <a:pt x="21600" y="21530"/>
                    <a:pt x="21600" y="21600"/>
                  </a:cubicBezTo>
                  <a:cubicBezTo>
                    <a:pt x="21390" y="21248"/>
                    <a:pt x="20971" y="20872"/>
                    <a:pt x="20761" y="20520"/>
                  </a:cubicBezTo>
                  <a:cubicBezTo>
                    <a:pt x="20761" y="20450"/>
                    <a:pt x="20761" y="20379"/>
                    <a:pt x="20761" y="20332"/>
                  </a:cubicBezTo>
                  <a:cubicBezTo>
                    <a:pt x="17825" y="18853"/>
                    <a:pt x="15309" y="17397"/>
                    <a:pt x="13212" y="15918"/>
                  </a:cubicBezTo>
                  <a:cubicBezTo>
                    <a:pt x="10485" y="14087"/>
                    <a:pt x="8179" y="12279"/>
                    <a:pt x="6291" y="10424"/>
                  </a:cubicBezTo>
                  <a:cubicBezTo>
                    <a:pt x="4404" y="8593"/>
                    <a:pt x="2936" y="6762"/>
                    <a:pt x="1887" y="4907"/>
                  </a:cubicBezTo>
                  <a:cubicBezTo>
                    <a:pt x="1468" y="3991"/>
                    <a:pt x="1049" y="3076"/>
                    <a:pt x="629" y="2160"/>
                  </a:cubicBezTo>
                  <a:cubicBezTo>
                    <a:pt x="419" y="1432"/>
                    <a:pt x="210" y="728"/>
                    <a:pt x="2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28"/>
                    <a:pt x="210" y="1432"/>
                    <a:pt x="210" y="2160"/>
                  </a:cubicBezTo>
                  <a:cubicBezTo>
                    <a:pt x="629" y="3076"/>
                    <a:pt x="839" y="3991"/>
                    <a:pt x="1468" y="49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9" name="Freeform 28"/>
            <p:cNvSpPr/>
            <p:nvPr/>
          </p:nvSpPr>
          <p:spPr>
            <a:xfrm>
              <a:off x="523067" y="4317258"/>
              <a:ext cx="423436" cy="1580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09" y="14989"/>
                  </a:moveTo>
                  <a:cubicBezTo>
                    <a:pt x="15709" y="17215"/>
                    <a:pt x="18409" y="19440"/>
                    <a:pt x="21600" y="21600"/>
                  </a:cubicBezTo>
                  <a:cubicBezTo>
                    <a:pt x="21600" y="21142"/>
                    <a:pt x="21600" y="20618"/>
                    <a:pt x="21600" y="20160"/>
                  </a:cubicBezTo>
                  <a:cubicBezTo>
                    <a:pt x="21600" y="20095"/>
                    <a:pt x="21600" y="19964"/>
                    <a:pt x="21600" y="19898"/>
                  </a:cubicBezTo>
                  <a:cubicBezTo>
                    <a:pt x="19391" y="18196"/>
                    <a:pt x="17182" y="16495"/>
                    <a:pt x="15218" y="14793"/>
                  </a:cubicBezTo>
                  <a:cubicBezTo>
                    <a:pt x="9327" y="9949"/>
                    <a:pt x="4173" y="4975"/>
                    <a:pt x="0" y="0"/>
                  </a:cubicBezTo>
                  <a:cubicBezTo>
                    <a:pt x="491" y="1375"/>
                    <a:pt x="982" y="2749"/>
                    <a:pt x="1718" y="4124"/>
                  </a:cubicBezTo>
                  <a:cubicBezTo>
                    <a:pt x="5155" y="7789"/>
                    <a:pt x="8836" y="11389"/>
                    <a:pt x="13009" y="1498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0" name="Freeform 29"/>
            <p:cNvSpPr/>
            <p:nvPr/>
          </p:nvSpPr>
          <p:spPr>
            <a:xfrm>
              <a:off x="979074" y="5863468"/>
              <a:ext cx="431100" cy="990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" y="1565"/>
                  </a:moveTo>
                  <a:cubicBezTo>
                    <a:pt x="960" y="1043"/>
                    <a:pt x="480" y="522"/>
                    <a:pt x="0" y="0"/>
                  </a:cubicBezTo>
                  <a:cubicBezTo>
                    <a:pt x="0" y="939"/>
                    <a:pt x="0" y="1983"/>
                    <a:pt x="240" y="3026"/>
                  </a:cubicBezTo>
                  <a:cubicBezTo>
                    <a:pt x="3360" y="6470"/>
                    <a:pt x="6480" y="9913"/>
                    <a:pt x="10080" y="13252"/>
                  </a:cubicBezTo>
                  <a:cubicBezTo>
                    <a:pt x="12960" y="16070"/>
                    <a:pt x="16080" y="18887"/>
                    <a:pt x="1920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240" y="18783"/>
                    <a:pt x="15120" y="15861"/>
                    <a:pt x="12000" y="12835"/>
                  </a:cubicBezTo>
                  <a:cubicBezTo>
                    <a:pt x="8160" y="9183"/>
                    <a:pt x="4800" y="5322"/>
                    <a:pt x="1440" y="1565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1" name="Freeform 30"/>
            <p:cNvSpPr/>
            <p:nvPr/>
          </p:nvSpPr>
          <p:spPr>
            <a:xfrm>
              <a:off x="494326" y="4365158"/>
              <a:ext cx="551808" cy="2235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70" y="18917"/>
                  </a:moveTo>
                  <a:cubicBezTo>
                    <a:pt x="17468" y="17946"/>
                    <a:pt x="15965" y="16928"/>
                    <a:pt x="14650" y="15911"/>
                  </a:cubicBezTo>
                  <a:cubicBezTo>
                    <a:pt x="10706" y="12997"/>
                    <a:pt x="7701" y="9991"/>
                    <a:pt x="5447" y="6984"/>
                  </a:cubicBezTo>
                  <a:cubicBezTo>
                    <a:pt x="4132" y="5504"/>
                    <a:pt x="3193" y="3978"/>
                    <a:pt x="2442" y="2451"/>
                  </a:cubicBezTo>
                  <a:cubicBezTo>
                    <a:pt x="1690" y="1619"/>
                    <a:pt x="751" y="833"/>
                    <a:pt x="0" y="0"/>
                  </a:cubicBezTo>
                  <a:cubicBezTo>
                    <a:pt x="939" y="2359"/>
                    <a:pt x="2254" y="4718"/>
                    <a:pt x="3944" y="7030"/>
                  </a:cubicBezTo>
                  <a:cubicBezTo>
                    <a:pt x="6198" y="10083"/>
                    <a:pt x="9203" y="13090"/>
                    <a:pt x="12960" y="16050"/>
                  </a:cubicBezTo>
                  <a:cubicBezTo>
                    <a:pt x="14838" y="17484"/>
                    <a:pt x="16904" y="18964"/>
                    <a:pt x="19346" y="20397"/>
                  </a:cubicBezTo>
                  <a:cubicBezTo>
                    <a:pt x="20097" y="20767"/>
                    <a:pt x="20849" y="21184"/>
                    <a:pt x="21600" y="21600"/>
                  </a:cubicBezTo>
                  <a:cubicBezTo>
                    <a:pt x="21412" y="21461"/>
                    <a:pt x="21224" y="21322"/>
                    <a:pt x="21037" y="21184"/>
                  </a:cubicBezTo>
                  <a:cubicBezTo>
                    <a:pt x="20285" y="20444"/>
                    <a:pt x="19534" y="19657"/>
                    <a:pt x="18970" y="18917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2" name="Freeform 31"/>
            <p:cNvSpPr/>
            <p:nvPr/>
          </p:nvSpPr>
          <p:spPr>
            <a:xfrm>
              <a:off x="444311" y="1289983"/>
              <a:ext cx="170725" cy="3027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0" h="21600" extrusionOk="0">
                  <a:moveTo>
                    <a:pt x="9750" y="21600"/>
                  </a:moveTo>
                  <a:cubicBezTo>
                    <a:pt x="8550" y="21191"/>
                    <a:pt x="7950" y="20781"/>
                    <a:pt x="7350" y="20372"/>
                  </a:cubicBezTo>
                  <a:cubicBezTo>
                    <a:pt x="4350" y="18085"/>
                    <a:pt x="2550" y="15833"/>
                    <a:pt x="2550" y="13581"/>
                  </a:cubicBezTo>
                  <a:cubicBezTo>
                    <a:pt x="2550" y="11295"/>
                    <a:pt x="4350" y="9043"/>
                    <a:pt x="7350" y="6756"/>
                  </a:cubicBezTo>
                  <a:cubicBezTo>
                    <a:pt x="8550" y="5630"/>
                    <a:pt x="10350" y="4504"/>
                    <a:pt x="12750" y="3378"/>
                  </a:cubicBezTo>
                  <a:cubicBezTo>
                    <a:pt x="15150" y="2252"/>
                    <a:pt x="17550" y="1126"/>
                    <a:pt x="21150" y="0"/>
                  </a:cubicBezTo>
                  <a:cubicBezTo>
                    <a:pt x="20550" y="0"/>
                    <a:pt x="20550" y="0"/>
                    <a:pt x="20550" y="0"/>
                  </a:cubicBezTo>
                  <a:cubicBezTo>
                    <a:pt x="16950" y="1126"/>
                    <a:pt x="13950" y="2252"/>
                    <a:pt x="11550" y="3378"/>
                  </a:cubicBezTo>
                  <a:cubicBezTo>
                    <a:pt x="9150" y="4504"/>
                    <a:pt x="7350" y="5630"/>
                    <a:pt x="5550" y="6756"/>
                  </a:cubicBezTo>
                  <a:cubicBezTo>
                    <a:pt x="1950" y="9009"/>
                    <a:pt x="150" y="11295"/>
                    <a:pt x="150" y="13581"/>
                  </a:cubicBezTo>
                  <a:cubicBezTo>
                    <a:pt x="-450" y="15731"/>
                    <a:pt x="750" y="17915"/>
                    <a:pt x="3750" y="20099"/>
                  </a:cubicBezTo>
                  <a:cubicBezTo>
                    <a:pt x="5550" y="20576"/>
                    <a:pt x="7350" y="21088"/>
                    <a:pt x="9150" y="21566"/>
                  </a:cubicBezTo>
                  <a:cubicBezTo>
                    <a:pt x="9150" y="21566"/>
                    <a:pt x="9750" y="21600"/>
                    <a:pt x="9750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3" name="Freeform 32"/>
            <p:cNvSpPr/>
            <p:nvPr/>
          </p:nvSpPr>
          <p:spPr>
            <a:xfrm>
              <a:off x="1084453" y="6572386"/>
              <a:ext cx="134120" cy="2816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71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86" y="14644"/>
                    <a:pt x="6943" y="7322"/>
                    <a:pt x="0" y="0"/>
                  </a:cubicBezTo>
                  <a:cubicBezTo>
                    <a:pt x="4629" y="7322"/>
                    <a:pt x="10029" y="14644"/>
                    <a:pt x="16971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4" name="Freeform 33"/>
            <p:cNvSpPr/>
            <p:nvPr/>
          </p:nvSpPr>
          <p:spPr>
            <a:xfrm>
              <a:off x="475166" y="4108415"/>
              <a:ext cx="82390" cy="5115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82" y="10901"/>
                  </a:moveTo>
                  <a:cubicBezTo>
                    <a:pt x="10165" y="14535"/>
                    <a:pt x="16518" y="17966"/>
                    <a:pt x="21600" y="21600"/>
                  </a:cubicBezTo>
                  <a:cubicBezTo>
                    <a:pt x="17788" y="17361"/>
                    <a:pt x="15247" y="13121"/>
                    <a:pt x="12706" y="8882"/>
                  </a:cubicBezTo>
                  <a:cubicBezTo>
                    <a:pt x="12706" y="8882"/>
                    <a:pt x="11435" y="8680"/>
                    <a:pt x="11435" y="8680"/>
                  </a:cubicBezTo>
                  <a:cubicBezTo>
                    <a:pt x="7624" y="5854"/>
                    <a:pt x="3812" y="2826"/>
                    <a:pt x="0" y="0"/>
                  </a:cubicBezTo>
                  <a:cubicBezTo>
                    <a:pt x="0" y="404"/>
                    <a:pt x="0" y="1009"/>
                    <a:pt x="0" y="1615"/>
                  </a:cubicBezTo>
                  <a:cubicBezTo>
                    <a:pt x="1271" y="4643"/>
                    <a:pt x="3812" y="7873"/>
                    <a:pt x="5082" y="10901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5" name="Freeform 34"/>
            <p:cNvSpPr/>
            <p:nvPr/>
          </p:nvSpPr>
          <p:spPr>
            <a:xfrm>
              <a:off x="946501" y="3146585"/>
              <a:ext cx="1410173" cy="27168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" y="21030"/>
                  </a:moveTo>
                  <a:cubicBezTo>
                    <a:pt x="661" y="19052"/>
                    <a:pt x="1396" y="17037"/>
                    <a:pt x="2571" y="15097"/>
                  </a:cubicBezTo>
                  <a:cubicBezTo>
                    <a:pt x="3747" y="13196"/>
                    <a:pt x="5363" y="11332"/>
                    <a:pt x="7273" y="9583"/>
                  </a:cubicBezTo>
                  <a:cubicBezTo>
                    <a:pt x="9110" y="7796"/>
                    <a:pt x="11314" y="6123"/>
                    <a:pt x="13739" y="4525"/>
                  </a:cubicBezTo>
                  <a:cubicBezTo>
                    <a:pt x="14914" y="3727"/>
                    <a:pt x="16163" y="2928"/>
                    <a:pt x="17486" y="2206"/>
                  </a:cubicBezTo>
                  <a:cubicBezTo>
                    <a:pt x="18147" y="1825"/>
                    <a:pt x="18808" y="1445"/>
                    <a:pt x="19469" y="1065"/>
                  </a:cubicBezTo>
                  <a:cubicBezTo>
                    <a:pt x="20131" y="723"/>
                    <a:pt x="20865" y="342"/>
                    <a:pt x="21600" y="0"/>
                  </a:cubicBezTo>
                  <a:cubicBezTo>
                    <a:pt x="21527" y="0"/>
                    <a:pt x="21527" y="0"/>
                    <a:pt x="21527" y="0"/>
                  </a:cubicBezTo>
                  <a:cubicBezTo>
                    <a:pt x="20792" y="342"/>
                    <a:pt x="20057" y="685"/>
                    <a:pt x="19396" y="1027"/>
                  </a:cubicBezTo>
                  <a:cubicBezTo>
                    <a:pt x="18735" y="1407"/>
                    <a:pt x="18073" y="1787"/>
                    <a:pt x="17412" y="2130"/>
                  </a:cubicBezTo>
                  <a:cubicBezTo>
                    <a:pt x="16016" y="2890"/>
                    <a:pt x="14767" y="3651"/>
                    <a:pt x="13592" y="4449"/>
                  </a:cubicBezTo>
                  <a:cubicBezTo>
                    <a:pt x="11094" y="6046"/>
                    <a:pt x="8890" y="7720"/>
                    <a:pt x="6980" y="9469"/>
                  </a:cubicBezTo>
                  <a:cubicBezTo>
                    <a:pt x="4996" y="11256"/>
                    <a:pt x="3380" y="13120"/>
                    <a:pt x="2204" y="15059"/>
                  </a:cubicBezTo>
                  <a:cubicBezTo>
                    <a:pt x="955" y="16923"/>
                    <a:pt x="220" y="18900"/>
                    <a:pt x="0" y="20877"/>
                  </a:cubicBezTo>
                  <a:cubicBezTo>
                    <a:pt x="220" y="21106"/>
                    <a:pt x="367" y="21334"/>
                    <a:pt x="514" y="21600"/>
                  </a:cubicBezTo>
                  <a:cubicBezTo>
                    <a:pt x="514" y="21410"/>
                    <a:pt x="514" y="21220"/>
                    <a:pt x="588" y="210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6" name="Freeform 35"/>
            <p:cNvSpPr/>
            <p:nvPr/>
          </p:nvSpPr>
          <p:spPr>
            <a:xfrm>
              <a:off x="1046133" y="6601126"/>
              <a:ext cx="120709" cy="2529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320" y="7336"/>
                    <a:pt x="10368" y="14672"/>
                    <a:pt x="1641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24" y="14672"/>
                    <a:pt x="6912" y="7336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7" name="Freeform 36"/>
            <p:cNvSpPr/>
            <p:nvPr/>
          </p:nvSpPr>
          <p:spPr>
            <a:xfrm>
              <a:off x="946501" y="5897956"/>
              <a:ext cx="137953" cy="6744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4596"/>
                    <a:pt x="1490" y="9191"/>
                    <a:pt x="5214" y="13634"/>
                  </a:cubicBezTo>
                  <a:cubicBezTo>
                    <a:pt x="8193" y="15013"/>
                    <a:pt x="10428" y="16545"/>
                    <a:pt x="13407" y="17923"/>
                  </a:cubicBezTo>
                  <a:cubicBezTo>
                    <a:pt x="16386" y="19149"/>
                    <a:pt x="18621" y="20374"/>
                    <a:pt x="21600" y="21600"/>
                  </a:cubicBezTo>
                  <a:cubicBezTo>
                    <a:pt x="20855" y="21294"/>
                    <a:pt x="20855" y="20987"/>
                    <a:pt x="20110" y="20681"/>
                  </a:cubicBezTo>
                  <a:cubicBezTo>
                    <a:pt x="11917" y="15013"/>
                    <a:pt x="7448" y="9191"/>
                    <a:pt x="5959" y="3370"/>
                  </a:cubicBezTo>
                  <a:cubicBezTo>
                    <a:pt x="5214" y="2757"/>
                    <a:pt x="3724" y="2298"/>
                    <a:pt x="2979" y="1685"/>
                  </a:cubicBezTo>
                  <a:cubicBezTo>
                    <a:pt x="1490" y="1072"/>
                    <a:pt x="745" y="460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8" name="Freeform 37"/>
            <p:cNvSpPr/>
            <p:nvPr/>
          </p:nvSpPr>
          <p:spPr>
            <a:xfrm>
              <a:off x="946501" y="5773415"/>
              <a:ext cx="38321" cy="2280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1700"/>
                  </a:moveTo>
                  <a:cubicBezTo>
                    <a:pt x="2700" y="13050"/>
                    <a:pt x="5400" y="14850"/>
                    <a:pt x="10800" y="16650"/>
                  </a:cubicBezTo>
                  <a:cubicBezTo>
                    <a:pt x="13500" y="18450"/>
                    <a:pt x="18900" y="19800"/>
                    <a:pt x="21600" y="21600"/>
                  </a:cubicBezTo>
                  <a:cubicBezTo>
                    <a:pt x="18900" y="17100"/>
                    <a:pt x="18900" y="12600"/>
                    <a:pt x="18900" y="8550"/>
                  </a:cubicBezTo>
                  <a:cubicBezTo>
                    <a:pt x="13500" y="5400"/>
                    <a:pt x="8100" y="2700"/>
                    <a:pt x="0" y="0"/>
                  </a:cubicBezTo>
                  <a:cubicBezTo>
                    <a:pt x="0" y="450"/>
                    <a:pt x="0" y="1350"/>
                    <a:pt x="0" y="1800"/>
                  </a:cubicBezTo>
                  <a:cubicBezTo>
                    <a:pt x="0" y="4950"/>
                    <a:pt x="0" y="8550"/>
                    <a:pt x="0" y="117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9" name="Freeform 38"/>
            <p:cNvSpPr/>
            <p:nvPr/>
          </p:nvSpPr>
          <p:spPr>
            <a:xfrm>
              <a:off x="979074" y="6323307"/>
              <a:ext cx="210760" cy="5307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400" y="5449"/>
                  </a:moveTo>
                  <a:cubicBezTo>
                    <a:pt x="3436" y="3697"/>
                    <a:pt x="1964" y="1751"/>
                    <a:pt x="0" y="0"/>
                  </a:cubicBezTo>
                  <a:cubicBezTo>
                    <a:pt x="1473" y="3114"/>
                    <a:pt x="3436" y="6422"/>
                    <a:pt x="5400" y="9535"/>
                  </a:cubicBezTo>
                  <a:cubicBezTo>
                    <a:pt x="5891" y="10119"/>
                    <a:pt x="6382" y="10703"/>
                    <a:pt x="6873" y="11286"/>
                  </a:cubicBezTo>
                  <a:cubicBezTo>
                    <a:pt x="10800" y="14789"/>
                    <a:pt x="14727" y="18292"/>
                    <a:pt x="1914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182" y="17903"/>
                    <a:pt x="13745" y="14011"/>
                    <a:pt x="10800" y="10119"/>
                  </a:cubicBezTo>
                  <a:cubicBezTo>
                    <a:pt x="8836" y="8562"/>
                    <a:pt x="7364" y="7005"/>
                    <a:pt x="5400" y="544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11" name="Rectangle 6"/>
          <p:cNvSpPr/>
          <p:nvPr/>
        </p:nvSpPr>
        <p:spPr>
          <a:xfrm>
            <a:off x="-1" y="0"/>
            <a:ext cx="182882" cy="6858000"/>
          </a:xfrm>
          <a:prstGeom prst="rect">
            <a:avLst/>
          </a:prstGeom>
          <a:solidFill>
            <a:srgbClr val="766F5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2" name="Title Text"/>
          <p:cNvSpPr txBox="1">
            <a:spLocks noGrp="1"/>
          </p:cNvSpPr>
          <p:nvPr>
            <p:ph type="title"/>
          </p:nvPr>
        </p:nvSpPr>
        <p:spPr>
          <a:xfrm>
            <a:off x="2589211" y="2058749"/>
            <a:ext cx="8915401" cy="1468801"/>
          </a:xfrm>
          <a:prstGeom prst="rect">
            <a:avLst/>
          </a:prstGeom>
        </p:spPr>
        <p:txBody>
          <a:bodyPr anchor="b"/>
          <a:lstStyle>
            <a:lvl1pPr>
              <a:defRPr sz="4000"/>
            </a:lvl1pPr>
          </a:lstStyle>
          <a:p>
            <a:r>
              <a:t>Title Text</a:t>
            </a:r>
          </a:p>
        </p:txBody>
      </p:sp>
      <p:sp>
        <p:nvSpPr>
          <p:cNvPr id="11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589211" y="3530129"/>
            <a:ext cx="8915401" cy="860401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 sz="2000">
                <a:solidFill>
                  <a:srgbClr val="595959"/>
                </a:solidFill>
              </a:defRPr>
            </a:lvl1pPr>
            <a:lvl2pPr marL="0" indent="457200">
              <a:buClrTx/>
              <a:buSzTx/>
              <a:buNone/>
              <a:defRPr sz="2000">
                <a:solidFill>
                  <a:srgbClr val="595959"/>
                </a:solidFill>
              </a:defRPr>
            </a:lvl2pPr>
            <a:lvl3pPr marL="0" indent="914400">
              <a:buClrTx/>
              <a:buSzTx/>
              <a:buNone/>
              <a:defRPr sz="2000">
                <a:solidFill>
                  <a:srgbClr val="595959"/>
                </a:solidFill>
              </a:defRPr>
            </a:lvl3pPr>
            <a:lvl4pPr marL="0" indent="1371600">
              <a:buClrTx/>
              <a:buSzTx/>
              <a:buNone/>
              <a:defRPr sz="2000">
                <a:solidFill>
                  <a:srgbClr val="595959"/>
                </a:solidFill>
              </a:defRPr>
            </a:lvl4pPr>
            <a:lvl5pPr marL="0" indent="1828800">
              <a:buClrTx/>
              <a:buSzTx/>
              <a:buNone/>
              <a:defRPr sz="2000">
                <a:solidFill>
                  <a:srgbClr val="595959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4" name="Freeform 11"/>
          <p:cNvSpPr/>
          <p:nvPr/>
        </p:nvSpPr>
        <p:spPr>
          <a:xfrm flipV="1">
            <a:off x="-4189" y="3178175"/>
            <a:ext cx="1595613" cy="5072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8" h="21600" extrusionOk="0">
                <a:moveTo>
                  <a:pt x="21472" y="10154"/>
                </a:moveTo>
                <a:lnTo>
                  <a:pt x="18377" y="406"/>
                </a:lnTo>
                <a:cubicBezTo>
                  <a:pt x="18356" y="337"/>
                  <a:pt x="18331" y="272"/>
                  <a:pt x="18310" y="203"/>
                </a:cubicBezTo>
                <a:cubicBezTo>
                  <a:pt x="18247" y="0"/>
                  <a:pt x="18182" y="0"/>
                  <a:pt x="18117" y="0"/>
                </a:cubicBezTo>
                <a:lnTo>
                  <a:pt x="16891" y="0"/>
                </a:lnTo>
                <a:lnTo>
                  <a:pt x="0" y="151"/>
                </a:lnTo>
                <a:cubicBezTo>
                  <a:pt x="19" y="7301"/>
                  <a:pt x="39" y="14450"/>
                  <a:pt x="58" y="21600"/>
                </a:cubicBezTo>
                <a:lnTo>
                  <a:pt x="16891" y="21527"/>
                </a:lnTo>
                <a:lnTo>
                  <a:pt x="18117" y="21527"/>
                </a:lnTo>
                <a:cubicBezTo>
                  <a:pt x="18182" y="21527"/>
                  <a:pt x="18247" y="21324"/>
                  <a:pt x="18310" y="21324"/>
                </a:cubicBezTo>
                <a:cubicBezTo>
                  <a:pt x="18310" y="21120"/>
                  <a:pt x="18377" y="21120"/>
                  <a:pt x="18377" y="21120"/>
                </a:cubicBezTo>
                <a:lnTo>
                  <a:pt x="21472" y="11372"/>
                </a:lnTo>
                <a:cubicBezTo>
                  <a:pt x="21600" y="10966"/>
                  <a:pt x="21600" y="10560"/>
                  <a:pt x="21472" y="1015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925905" y="3228581"/>
            <a:ext cx="385675" cy="396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Text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8" cy="128089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589211" y="2133600"/>
            <a:ext cx="4313865" cy="377762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itle Text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8" cy="128089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3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939372" y="1972703"/>
            <a:ext cx="3992733" cy="576263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None/>
              <a:defRPr sz="2400"/>
            </a:lvl1pPr>
            <a:lvl2pPr marL="0" indent="457200">
              <a:buClrTx/>
              <a:buSzTx/>
              <a:buNone/>
              <a:defRPr sz="2400"/>
            </a:lvl2pPr>
            <a:lvl3pPr marL="0" indent="914400">
              <a:buClrTx/>
              <a:buSzTx/>
              <a:buNone/>
              <a:defRPr sz="2400"/>
            </a:lvl3pPr>
            <a:lvl4pPr marL="0" indent="1371600">
              <a:buClrTx/>
              <a:buSzTx/>
              <a:buNone/>
              <a:defRPr sz="2400"/>
            </a:lvl4pPr>
            <a:lvl5pPr marL="0" indent="1828800">
              <a:buClrTx/>
              <a:buSz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3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7506628" y="1969474"/>
            <a:ext cx="3999001" cy="576263"/>
          </a:xfrm>
          <a:prstGeom prst="rect">
            <a:avLst/>
          </a:prstGeom>
        </p:spPr>
        <p:txBody>
          <a:bodyPr anchor="b"/>
          <a:lstStyle/>
          <a:p>
            <a:pPr marL="0" indent="0">
              <a:buClrTx/>
              <a:buSzTx/>
              <a:buNone/>
              <a:defRPr sz="2400"/>
            </a:pPr>
            <a:endParaRPr/>
          </a:p>
        </p:txBody>
      </p:sp>
      <p:sp>
        <p:nvSpPr>
          <p:cNvPr id="1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itle Text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8" cy="128089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itle Text"/>
          <p:cNvSpPr txBox="1">
            <a:spLocks noGrp="1"/>
          </p:cNvSpPr>
          <p:nvPr>
            <p:ph type="title"/>
          </p:nvPr>
        </p:nvSpPr>
        <p:spPr>
          <a:xfrm>
            <a:off x="2589211" y="446087"/>
            <a:ext cx="3505200" cy="976313"/>
          </a:xfrm>
          <a:prstGeom prst="rect">
            <a:avLst/>
          </a:prstGeom>
        </p:spPr>
        <p:txBody>
          <a:bodyPr anchor="b"/>
          <a:lstStyle>
            <a:lvl1pPr>
              <a:defRPr sz="2000"/>
            </a:lvl1pPr>
          </a:lstStyle>
          <a:p>
            <a:r>
              <a:t>Title Text</a:t>
            </a:r>
          </a:p>
        </p:txBody>
      </p:sp>
      <p:sp>
        <p:nvSpPr>
          <p:cNvPr id="15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323012" y="446087"/>
            <a:ext cx="5181601" cy="5414964"/>
          </a:xfrm>
          <a:prstGeom prst="rect">
            <a:avLst/>
          </a:prstGeom>
        </p:spPr>
        <p:txBody>
          <a:bodyPr anchor="ctr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8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2589211" y="1598613"/>
            <a:ext cx="3505199" cy="4262436"/>
          </a:xfrm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None/>
              <a:defRPr sz="1400"/>
            </a:pPr>
            <a:endParaRPr/>
          </a:p>
        </p:txBody>
      </p:sp>
      <p:sp>
        <p:nvSpPr>
          <p:cNvPr id="1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roup 22"/>
          <p:cNvGrpSpPr/>
          <p:nvPr/>
        </p:nvGrpSpPr>
        <p:grpSpPr>
          <a:xfrm>
            <a:off x="0" y="228599"/>
            <a:ext cx="2851518" cy="6638630"/>
            <a:chOff x="0" y="0"/>
            <a:chExt cx="2851516" cy="6638628"/>
          </a:xfrm>
        </p:grpSpPr>
        <p:sp>
          <p:nvSpPr>
            <p:cNvPr id="166" name="Freeform 11"/>
            <p:cNvSpPr/>
            <p:nvPr/>
          </p:nvSpPr>
          <p:spPr>
            <a:xfrm>
              <a:off x="-1" y="2346443"/>
              <a:ext cx="100643" cy="6262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19636" y="18582"/>
                    <a:pt x="18655" y="15724"/>
                    <a:pt x="16691" y="12706"/>
                  </a:cubicBezTo>
                  <a:cubicBezTo>
                    <a:pt x="10800" y="8576"/>
                    <a:pt x="5891" y="4288"/>
                    <a:pt x="0" y="0"/>
                  </a:cubicBezTo>
                  <a:cubicBezTo>
                    <a:pt x="0" y="5559"/>
                    <a:pt x="0" y="5559"/>
                    <a:pt x="0" y="5559"/>
                  </a:cubicBezTo>
                  <a:cubicBezTo>
                    <a:pt x="5891" y="10165"/>
                    <a:pt x="12764" y="14929"/>
                    <a:pt x="19636" y="19694"/>
                  </a:cubicBezTo>
                  <a:cubicBezTo>
                    <a:pt x="19636" y="20329"/>
                    <a:pt x="20618" y="20965"/>
                    <a:pt x="21600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67" name="Freeform 12"/>
            <p:cNvSpPr/>
            <p:nvPr/>
          </p:nvSpPr>
          <p:spPr>
            <a:xfrm>
              <a:off x="128598" y="2927929"/>
              <a:ext cx="646718" cy="23222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69" y="15000"/>
                  </a:moveTo>
                  <a:cubicBezTo>
                    <a:pt x="15891" y="17229"/>
                    <a:pt x="18514" y="19414"/>
                    <a:pt x="21446" y="21600"/>
                  </a:cubicBezTo>
                  <a:cubicBezTo>
                    <a:pt x="21446" y="21214"/>
                    <a:pt x="21446" y="20871"/>
                    <a:pt x="21600" y="20486"/>
                  </a:cubicBezTo>
                  <a:cubicBezTo>
                    <a:pt x="19131" y="18643"/>
                    <a:pt x="16817" y="16757"/>
                    <a:pt x="14657" y="14871"/>
                  </a:cubicBezTo>
                  <a:cubicBezTo>
                    <a:pt x="8949" y="9986"/>
                    <a:pt x="4166" y="5014"/>
                    <a:pt x="0" y="0"/>
                  </a:cubicBezTo>
                  <a:cubicBezTo>
                    <a:pt x="309" y="857"/>
                    <a:pt x="617" y="1757"/>
                    <a:pt x="926" y="2614"/>
                  </a:cubicBezTo>
                  <a:cubicBezTo>
                    <a:pt x="4629" y="6771"/>
                    <a:pt x="8640" y="10929"/>
                    <a:pt x="13269" y="150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68" name="Freeform 13"/>
            <p:cNvSpPr/>
            <p:nvPr/>
          </p:nvSpPr>
          <p:spPr>
            <a:xfrm>
              <a:off x="806998" y="5218460"/>
              <a:ext cx="609443" cy="14201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9" y="1543"/>
                  </a:moveTo>
                  <a:cubicBezTo>
                    <a:pt x="818" y="1052"/>
                    <a:pt x="327" y="561"/>
                    <a:pt x="0" y="0"/>
                  </a:cubicBezTo>
                  <a:cubicBezTo>
                    <a:pt x="0" y="701"/>
                    <a:pt x="0" y="1332"/>
                    <a:pt x="0" y="2034"/>
                  </a:cubicBezTo>
                  <a:cubicBezTo>
                    <a:pt x="3436" y="5961"/>
                    <a:pt x="7200" y="9818"/>
                    <a:pt x="11127" y="13605"/>
                  </a:cubicBezTo>
                  <a:cubicBezTo>
                    <a:pt x="13909" y="16270"/>
                    <a:pt x="17018" y="18935"/>
                    <a:pt x="20127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491" y="18865"/>
                    <a:pt x="15382" y="16130"/>
                    <a:pt x="12600" y="13325"/>
                  </a:cubicBezTo>
                  <a:cubicBezTo>
                    <a:pt x="8509" y="9468"/>
                    <a:pt x="4745" y="5540"/>
                    <a:pt x="1309" y="1543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69" name="Freeform 14"/>
            <p:cNvSpPr/>
            <p:nvPr/>
          </p:nvSpPr>
          <p:spPr>
            <a:xfrm>
              <a:off x="959824" y="6275198"/>
              <a:ext cx="171465" cy="3634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346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4011" y="14491"/>
                    <a:pt x="7005" y="7382"/>
                    <a:pt x="0" y="0"/>
                  </a:cubicBezTo>
                  <a:cubicBezTo>
                    <a:pt x="4670" y="7382"/>
                    <a:pt x="9924" y="14491"/>
                    <a:pt x="16346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70" name="Freeform 15"/>
            <p:cNvSpPr/>
            <p:nvPr/>
          </p:nvSpPr>
          <p:spPr>
            <a:xfrm>
              <a:off x="100641" y="2972659"/>
              <a:ext cx="821909" cy="3328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58" y="19745"/>
                  </a:moveTo>
                  <a:cubicBezTo>
                    <a:pt x="17596" y="18489"/>
                    <a:pt x="15775" y="17232"/>
                    <a:pt x="14076" y="15976"/>
                  </a:cubicBezTo>
                  <a:cubicBezTo>
                    <a:pt x="10193" y="13074"/>
                    <a:pt x="7160" y="10082"/>
                    <a:pt x="4854" y="7060"/>
                  </a:cubicBezTo>
                  <a:cubicBezTo>
                    <a:pt x="3519" y="5235"/>
                    <a:pt x="2427" y="3381"/>
                    <a:pt x="1456" y="1526"/>
                  </a:cubicBezTo>
                  <a:cubicBezTo>
                    <a:pt x="971" y="1017"/>
                    <a:pt x="485" y="509"/>
                    <a:pt x="0" y="0"/>
                  </a:cubicBezTo>
                  <a:cubicBezTo>
                    <a:pt x="971" y="2363"/>
                    <a:pt x="2306" y="4757"/>
                    <a:pt x="4004" y="7090"/>
                  </a:cubicBezTo>
                  <a:cubicBezTo>
                    <a:pt x="6189" y="10142"/>
                    <a:pt x="9222" y="13134"/>
                    <a:pt x="12984" y="16065"/>
                  </a:cubicBezTo>
                  <a:cubicBezTo>
                    <a:pt x="14926" y="17531"/>
                    <a:pt x="17110" y="18967"/>
                    <a:pt x="19416" y="20373"/>
                  </a:cubicBezTo>
                  <a:cubicBezTo>
                    <a:pt x="20144" y="20792"/>
                    <a:pt x="20872" y="21181"/>
                    <a:pt x="21600" y="21600"/>
                  </a:cubicBezTo>
                  <a:cubicBezTo>
                    <a:pt x="21357" y="21450"/>
                    <a:pt x="21236" y="21331"/>
                    <a:pt x="21115" y="21181"/>
                  </a:cubicBezTo>
                  <a:cubicBezTo>
                    <a:pt x="20508" y="20702"/>
                    <a:pt x="20022" y="20224"/>
                    <a:pt x="19658" y="19745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71" name="Freeform 16"/>
            <p:cNvSpPr/>
            <p:nvPr/>
          </p:nvSpPr>
          <p:spPr>
            <a:xfrm>
              <a:off x="26126" y="0"/>
              <a:ext cx="102473" cy="29279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35" h="21600" extrusionOk="0">
                  <a:moveTo>
                    <a:pt x="9565" y="19627"/>
                  </a:moveTo>
                  <a:cubicBezTo>
                    <a:pt x="10505" y="19763"/>
                    <a:pt x="10505" y="19899"/>
                    <a:pt x="10505" y="20035"/>
                  </a:cubicBezTo>
                  <a:cubicBezTo>
                    <a:pt x="13322" y="20511"/>
                    <a:pt x="17078" y="20988"/>
                    <a:pt x="19896" y="21498"/>
                  </a:cubicBezTo>
                  <a:cubicBezTo>
                    <a:pt x="19896" y="21532"/>
                    <a:pt x="19896" y="21566"/>
                    <a:pt x="20835" y="21600"/>
                  </a:cubicBezTo>
                  <a:cubicBezTo>
                    <a:pt x="18957" y="20920"/>
                    <a:pt x="17078" y="20273"/>
                    <a:pt x="15200" y="19593"/>
                  </a:cubicBezTo>
                  <a:cubicBezTo>
                    <a:pt x="7687" y="16123"/>
                    <a:pt x="3931" y="12654"/>
                    <a:pt x="3931" y="9150"/>
                  </a:cubicBezTo>
                  <a:cubicBezTo>
                    <a:pt x="4870" y="6089"/>
                    <a:pt x="7687" y="3061"/>
                    <a:pt x="13322" y="0"/>
                  </a:cubicBezTo>
                  <a:cubicBezTo>
                    <a:pt x="10505" y="0"/>
                    <a:pt x="10505" y="0"/>
                    <a:pt x="10505" y="0"/>
                  </a:cubicBezTo>
                  <a:cubicBezTo>
                    <a:pt x="3931" y="3027"/>
                    <a:pt x="1113" y="6089"/>
                    <a:pt x="174" y="9150"/>
                  </a:cubicBezTo>
                  <a:cubicBezTo>
                    <a:pt x="-765" y="12654"/>
                    <a:pt x="2052" y="16123"/>
                    <a:pt x="9565" y="19627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72" name="Freeform 17"/>
            <p:cNvSpPr/>
            <p:nvPr/>
          </p:nvSpPr>
          <p:spPr>
            <a:xfrm>
              <a:off x="78276" y="2715463"/>
              <a:ext cx="78278" cy="4938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2541" y="3836"/>
                    <a:pt x="3812" y="7469"/>
                    <a:pt x="6353" y="11305"/>
                  </a:cubicBezTo>
                  <a:cubicBezTo>
                    <a:pt x="11435" y="14736"/>
                    <a:pt x="16518" y="18168"/>
                    <a:pt x="21600" y="21600"/>
                  </a:cubicBezTo>
                  <a:cubicBezTo>
                    <a:pt x="19059" y="17563"/>
                    <a:pt x="16518" y="13323"/>
                    <a:pt x="13976" y="9286"/>
                  </a:cubicBezTo>
                  <a:cubicBezTo>
                    <a:pt x="12706" y="9084"/>
                    <a:pt x="12706" y="8882"/>
                    <a:pt x="12706" y="8680"/>
                  </a:cubicBezTo>
                  <a:cubicBezTo>
                    <a:pt x="8894" y="5652"/>
                    <a:pt x="3812" y="2826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73" name="Freeform 18"/>
            <p:cNvSpPr/>
            <p:nvPr/>
          </p:nvSpPr>
          <p:spPr>
            <a:xfrm>
              <a:off x="769723" y="5250144"/>
              <a:ext cx="190102" cy="1025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3016"/>
                    <a:pt x="1054" y="6032"/>
                    <a:pt x="2634" y="9049"/>
                  </a:cubicBezTo>
                  <a:cubicBezTo>
                    <a:pt x="4215" y="11384"/>
                    <a:pt x="6322" y="13816"/>
                    <a:pt x="8956" y="16151"/>
                  </a:cubicBezTo>
                  <a:cubicBezTo>
                    <a:pt x="10010" y="16735"/>
                    <a:pt x="11590" y="17319"/>
                    <a:pt x="12644" y="17903"/>
                  </a:cubicBezTo>
                  <a:cubicBezTo>
                    <a:pt x="15805" y="19168"/>
                    <a:pt x="18439" y="20335"/>
                    <a:pt x="21600" y="21600"/>
                  </a:cubicBezTo>
                  <a:cubicBezTo>
                    <a:pt x="21073" y="21308"/>
                    <a:pt x="20546" y="20919"/>
                    <a:pt x="20020" y="20627"/>
                  </a:cubicBezTo>
                  <a:cubicBezTo>
                    <a:pt x="13698" y="16735"/>
                    <a:pt x="9483" y="12843"/>
                    <a:pt x="6849" y="8951"/>
                  </a:cubicBezTo>
                  <a:cubicBezTo>
                    <a:pt x="5795" y="6616"/>
                    <a:pt x="4741" y="4378"/>
                    <a:pt x="4215" y="2141"/>
                  </a:cubicBezTo>
                  <a:cubicBezTo>
                    <a:pt x="4215" y="2043"/>
                    <a:pt x="3688" y="1946"/>
                    <a:pt x="3688" y="1751"/>
                  </a:cubicBezTo>
                  <a:cubicBezTo>
                    <a:pt x="2634" y="1168"/>
                    <a:pt x="1054" y="584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74" name="Freeform 19"/>
            <p:cNvSpPr/>
            <p:nvPr/>
          </p:nvSpPr>
          <p:spPr>
            <a:xfrm>
              <a:off x="775314" y="1170426"/>
              <a:ext cx="2076203" cy="40480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36" y="21010"/>
                  </a:moveTo>
                  <a:cubicBezTo>
                    <a:pt x="480" y="18992"/>
                    <a:pt x="1248" y="17000"/>
                    <a:pt x="2400" y="15081"/>
                  </a:cubicBezTo>
                  <a:cubicBezTo>
                    <a:pt x="3600" y="13162"/>
                    <a:pt x="5232" y="11317"/>
                    <a:pt x="7152" y="9545"/>
                  </a:cubicBezTo>
                  <a:cubicBezTo>
                    <a:pt x="9072" y="7774"/>
                    <a:pt x="11280" y="6101"/>
                    <a:pt x="13680" y="4502"/>
                  </a:cubicBezTo>
                  <a:cubicBezTo>
                    <a:pt x="14880" y="3715"/>
                    <a:pt x="16176" y="2928"/>
                    <a:pt x="17472" y="2190"/>
                  </a:cubicBezTo>
                  <a:cubicBezTo>
                    <a:pt x="18144" y="1821"/>
                    <a:pt x="18816" y="1427"/>
                    <a:pt x="19488" y="1082"/>
                  </a:cubicBezTo>
                  <a:cubicBezTo>
                    <a:pt x="20208" y="713"/>
                    <a:pt x="20880" y="369"/>
                    <a:pt x="21600" y="25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0832" y="344"/>
                    <a:pt x="20160" y="689"/>
                    <a:pt x="19440" y="1058"/>
                  </a:cubicBezTo>
                  <a:cubicBezTo>
                    <a:pt x="18768" y="1402"/>
                    <a:pt x="18096" y="1771"/>
                    <a:pt x="17424" y="2165"/>
                  </a:cubicBezTo>
                  <a:cubicBezTo>
                    <a:pt x="16080" y="2903"/>
                    <a:pt x="14784" y="3666"/>
                    <a:pt x="13584" y="4453"/>
                  </a:cubicBezTo>
                  <a:cubicBezTo>
                    <a:pt x="11136" y="6052"/>
                    <a:pt x="8880" y="7725"/>
                    <a:pt x="6960" y="9496"/>
                  </a:cubicBezTo>
                  <a:cubicBezTo>
                    <a:pt x="4992" y="11243"/>
                    <a:pt x="3360" y="13113"/>
                    <a:pt x="2160" y="15031"/>
                  </a:cubicBezTo>
                  <a:cubicBezTo>
                    <a:pt x="912" y="16975"/>
                    <a:pt x="144" y="18968"/>
                    <a:pt x="0" y="21010"/>
                  </a:cubicBezTo>
                  <a:cubicBezTo>
                    <a:pt x="0" y="21059"/>
                    <a:pt x="0" y="21083"/>
                    <a:pt x="0" y="21133"/>
                  </a:cubicBezTo>
                  <a:cubicBezTo>
                    <a:pt x="96" y="21280"/>
                    <a:pt x="192" y="21452"/>
                    <a:pt x="336" y="21600"/>
                  </a:cubicBezTo>
                  <a:cubicBezTo>
                    <a:pt x="336" y="21403"/>
                    <a:pt x="336" y="21206"/>
                    <a:pt x="336" y="2101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75" name="Freeform 20"/>
            <p:cNvSpPr/>
            <p:nvPr/>
          </p:nvSpPr>
          <p:spPr>
            <a:xfrm>
              <a:off x="922549" y="6301291"/>
              <a:ext cx="162147" cy="337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320" y="7101"/>
                    <a:pt x="9874" y="14499"/>
                    <a:pt x="1604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4194" y="14499"/>
                    <a:pt x="6789" y="7101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76" name="Freeform 21"/>
            <p:cNvSpPr/>
            <p:nvPr/>
          </p:nvSpPr>
          <p:spPr>
            <a:xfrm>
              <a:off x="769723" y="5130865"/>
              <a:ext cx="37276" cy="221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0" y="19800"/>
                  </a:moveTo>
                  <a:cubicBezTo>
                    <a:pt x="18900" y="20700"/>
                    <a:pt x="21600" y="21150"/>
                    <a:pt x="21600" y="21600"/>
                  </a:cubicBezTo>
                  <a:cubicBezTo>
                    <a:pt x="21600" y="17100"/>
                    <a:pt x="21600" y="13050"/>
                    <a:pt x="21600" y="8550"/>
                  </a:cubicBezTo>
                  <a:cubicBezTo>
                    <a:pt x="13500" y="5850"/>
                    <a:pt x="8100" y="2700"/>
                    <a:pt x="2700" y="0"/>
                  </a:cubicBezTo>
                  <a:cubicBezTo>
                    <a:pt x="0" y="4050"/>
                    <a:pt x="0" y="7650"/>
                    <a:pt x="0" y="11700"/>
                  </a:cubicBezTo>
                  <a:cubicBezTo>
                    <a:pt x="5400" y="14400"/>
                    <a:pt x="13500" y="17100"/>
                    <a:pt x="18900" y="198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77" name="Freeform 22"/>
            <p:cNvSpPr/>
            <p:nvPr/>
          </p:nvSpPr>
          <p:spPr>
            <a:xfrm>
              <a:off x="849863" y="6016139"/>
              <a:ext cx="238559" cy="622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08" y="2880"/>
                  </a:moveTo>
                  <a:cubicBezTo>
                    <a:pt x="2077" y="1920"/>
                    <a:pt x="831" y="960"/>
                    <a:pt x="0" y="0"/>
                  </a:cubicBezTo>
                  <a:cubicBezTo>
                    <a:pt x="1246" y="2560"/>
                    <a:pt x="2908" y="5120"/>
                    <a:pt x="4985" y="7680"/>
                  </a:cubicBezTo>
                  <a:cubicBezTo>
                    <a:pt x="5400" y="8480"/>
                    <a:pt x="5815" y="9120"/>
                    <a:pt x="6646" y="9920"/>
                  </a:cubicBezTo>
                  <a:cubicBezTo>
                    <a:pt x="11215" y="13760"/>
                    <a:pt x="16200" y="17760"/>
                    <a:pt x="2118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031" y="17440"/>
                    <a:pt x="13292" y="13280"/>
                    <a:pt x="9969" y="8960"/>
                  </a:cubicBezTo>
                  <a:cubicBezTo>
                    <a:pt x="7477" y="6880"/>
                    <a:pt x="5400" y="4960"/>
                    <a:pt x="2908" y="288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191" name="Group 9"/>
          <p:cNvGrpSpPr/>
          <p:nvPr/>
        </p:nvGrpSpPr>
        <p:grpSpPr>
          <a:xfrm>
            <a:off x="27221" y="-786"/>
            <a:ext cx="2356674" cy="6854040"/>
            <a:chOff x="0" y="0"/>
            <a:chExt cx="2356673" cy="6854039"/>
          </a:xfrm>
        </p:grpSpPr>
        <p:sp>
          <p:nvSpPr>
            <p:cNvPr id="179" name="Freeform 27"/>
            <p:cNvSpPr/>
            <p:nvPr/>
          </p:nvSpPr>
          <p:spPr>
            <a:xfrm>
              <a:off x="0" y="-1"/>
              <a:ext cx="494327" cy="4401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8" y="4930"/>
                  </a:moveTo>
                  <a:cubicBezTo>
                    <a:pt x="2307" y="6762"/>
                    <a:pt x="3565" y="8617"/>
                    <a:pt x="5452" y="10448"/>
                  </a:cubicBezTo>
                  <a:cubicBezTo>
                    <a:pt x="7130" y="12279"/>
                    <a:pt x="9227" y="14110"/>
                    <a:pt x="11953" y="15942"/>
                  </a:cubicBezTo>
                  <a:cubicBezTo>
                    <a:pt x="14470" y="17773"/>
                    <a:pt x="17616" y="19581"/>
                    <a:pt x="21181" y="21389"/>
                  </a:cubicBezTo>
                  <a:cubicBezTo>
                    <a:pt x="21390" y="21459"/>
                    <a:pt x="21600" y="21530"/>
                    <a:pt x="21600" y="21600"/>
                  </a:cubicBezTo>
                  <a:cubicBezTo>
                    <a:pt x="21390" y="21248"/>
                    <a:pt x="20971" y="20872"/>
                    <a:pt x="20761" y="20520"/>
                  </a:cubicBezTo>
                  <a:cubicBezTo>
                    <a:pt x="20761" y="20450"/>
                    <a:pt x="20761" y="20379"/>
                    <a:pt x="20761" y="20332"/>
                  </a:cubicBezTo>
                  <a:cubicBezTo>
                    <a:pt x="17825" y="18853"/>
                    <a:pt x="15309" y="17397"/>
                    <a:pt x="13212" y="15918"/>
                  </a:cubicBezTo>
                  <a:cubicBezTo>
                    <a:pt x="10485" y="14087"/>
                    <a:pt x="8179" y="12279"/>
                    <a:pt x="6291" y="10424"/>
                  </a:cubicBezTo>
                  <a:cubicBezTo>
                    <a:pt x="4404" y="8593"/>
                    <a:pt x="2936" y="6762"/>
                    <a:pt x="1887" y="4907"/>
                  </a:cubicBezTo>
                  <a:cubicBezTo>
                    <a:pt x="1468" y="3991"/>
                    <a:pt x="1049" y="3076"/>
                    <a:pt x="629" y="2160"/>
                  </a:cubicBezTo>
                  <a:cubicBezTo>
                    <a:pt x="419" y="1432"/>
                    <a:pt x="210" y="728"/>
                    <a:pt x="2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28"/>
                    <a:pt x="210" y="1432"/>
                    <a:pt x="210" y="2160"/>
                  </a:cubicBezTo>
                  <a:cubicBezTo>
                    <a:pt x="629" y="3076"/>
                    <a:pt x="839" y="3991"/>
                    <a:pt x="1468" y="49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80" name="Freeform 28"/>
            <p:cNvSpPr/>
            <p:nvPr/>
          </p:nvSpPr>
          <p:spPr>
            <a:xfrm>
              <a:off x="523067" y="4317258"/>
              <a:ext cx="423436" cy="1580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09" y="14989"/>
                  </a:moveTo>
                  <a:cubicBezTo>
                    <a:pt x="15709" y="17215"/>
                    <a:pt x="18409" y="19440"/>
                    <a:pt x="21600" y="21600"/>
                  </a:cubicBezTo>
                  <a:cubicBezTo>
                    <a:pt x="21600" y="21142"/>
                    <a:pt x="21600" y="20618"/>
                    <a:pt x="21600" y="20160"/>
                  </a:cubicBezTo>
                  <a:cubicBezTo>
                    <a:pt x="21600" y="20095"/>
                    <a:pt x="21600" y="19964"/>
                    <a:pt x="21600" y="19898"/>
                  </a:cubicBezTo>
                  <a:cubicBezTo>
                    <a:pt x="19391" y="18196"/>
                    <a:pt x="17182" y="16495"/>
                    <a:pt x="15218" y="14793"/>
                  </a:cubicBezTo>
                  <a:cubicBezTo>
                    <a:pt x="9327" y="9949"/>
                    <a:pt x="4173" y="4975"/>
                    <a:pt x="0" y="0"/>
                  </a:cubicBezTo>
                  <a:cubicBezTo>
                    <a:pt x="491" y="1375"/>
                    <a:pt x="982" y="2749"/>
                    <a:pt x="1718" y="4124"/>
                  </a:cubicBezTo>
                  <a:cubicBezTo>
                    <a:pt x="5155" y="7789"/>
                    <a:pt x="8836" y="11389"/>
                    <a:pt x="13009" y="1498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81" name="Freeform 29"/>
            <p:cNvSpPr/>
            <p:nvPr/>
          </p:nvSpPr>
          <p:spPr>
            <a:xfrm>
              <a:off x="979074" y="5863468"/>
              <a:ext cx="431100" cy="990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" y="1565"/>
                  </a:moveTo>
                  <a:cubicBezTo>
                    <a:pt x="960" y="1043"/>
                    <a:pt x="480" y="522"/>
                    <a:pt x="0" y="0"/>
                  </a:cubicBezTo>
                  <a:cubicBezTo>
                    <a:pt x="0" y="939"/>
                    <a:pt x="0" y="1983"/>
                    <a:pt x="240" y="3026"/>
                  </a:cubicBezTo>
                  <a:cubicBezTo>
                    <a:pt x="3360" y="6470"/>
                    <a:pt x="6480" y="9913"/>
                    <a:pt x="10080" y="13252"/>
                  </a:cubicBezTo>
                  <a:cubicBezTo>
                    <a:pt x="12960" y="16070"/>
                    <a:pt x="16080" y="18887"/>
                    <a:pt x="1920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240" y="18783"/>
                    <a:pt x="15120" y="15861"/>
                    <a:pt x="12000" y="12835"/>
                  </a:cubicBezTo>
                  <a:cubicBezTo>
                    <a:pt x="8160" y="9183"/>
                    <a:pt x="4800" y="5322"/>
                    <a:pt x="1440" y="1565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82" name="Freeform 30"/>
            <p:cNvSpPr/>
            <p:nvPr/>
          </p:nvSpPr>
          <p:spPr>
            <a:xfrm>
              <a:off x="494326" y="4365158"/>
              <a:ext cx="551808" cy="2235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70" y="18917"/>
                  </a:moveTo>
                  <a:cubicBezTo>
                    <a:pt x="17468" y="17946"/>
                    <a:pt x="15965" y="16928"/>
                    <a:pt x="14650" y="15911"/>
                  </a:cubicBezTo>
                  <a:cubicBezTo>
                    <a:pt x="10706" y="12997"/>
                    <a:pt x="7701" y="9991"/>
                    <a:pt x="5447" y="6984"/>
                  </a:cubicBezTo>
                  <a:cubicBezTo>
                    <a:pt x="4132" y="5504"/>
                    <a:pt x="3193" y="3978"/>
                    <a:pt x="2442" y="2451"/>
                  </a:cubicBezTo>
                  <a:cubicBezTo>
                    <a:pt x="1690" y="1619"/>
                    <a:pt x="751" y="833"/>
                    <a:pt x="0" y="0"/>
                  </a:cubicBezTo>
                  <a:cubicBezTo>
                    <a:pt x="939" y="2359"/>
                    <a:pt x="2254" y="4718"/>
                    <a:pt x="3944" y="7030"/>
                  </a:cubicBezTo>
                  <a:cubicBezTo>
                    <a:pt x="6198" y="10083"/>
                    <a:pt x="9203" y="13090"/>
                    <a:pt x="12960" y="16050"/>
                  </a:cubicBezTo>
                  <a:cubicBezTo>
                    <a:pt x="14838" y="17484"/>
                    <a:pt x="16904" y="18964"/>
                    <a:pt x="19346" y="20397"/>
                  </a:cubicBezTo>
                  <a:cubicBezTo>
                    <a:pt x="20097" y="20767"/>
                    <a:pt x="20849" y="21184"/>
                    <a:pt x="21600" y="21600"/>
                  </a:cubicBezTo>
                  <a:cubicBezTo>
                    <a:pt x="21412" y="21461"/>
                    <a:pt x="21224" y="21322"/>
                    <a:pt x="21037" y="21184"/>
                  </a:cubicBezTo>
                  <a:cubicBezTo>
                    <a:pt x="20285" y="20444"/>
                    <a:pt x="19534" y="19657"/>
                    <a:pt x="18970" y="18917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83" name="Freeform 31"/>
            <p:cNvSpPr/>
            <p:nvPr/>
          </p:nvSpPr>
          <p:spPr>
            <a:xfrm>
              <a:off x="444311" y="1289983"/>
              <a:ext cx="170725" cy="3027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0" h="21600" extrusionOk="0">
                  <a:moveTo>
                    <a:pt x="9750" y="21600"/>
                  </a:moveTo>
                  <a:cubicBezTo>
                    <a:pt x="8550" y="21191"/>
                    <a:pt x="7950" y="20781"/>
                    <a:pt x="7350" y="20372"/>
                  </a:cubicBezTo>
                  <a:cubicBezTo>
                    <a:pt x="4350" y="18085"/>
                    <a:pt x="2550" y="15833"/>
                    <a:pt x="2550" y="13581"/>
                  </a:cubicBezTo>
                  <a:cubicBezTo>
                    <a:pt x="2550" y="11295"/>
                    <a:pt x="4350" y="9043"/>
                    <a:pt x="7350" y="6756"/>
                  </a:cubicBezTo>
                  <a:cubicBezTo>
                    <a:pt x="8550" y="5630"/>
                    <a:pt x="10350" y="4504"/>
                    <a:pt x="12750" y="3378"/>
                  </a:cubicBezTo>
                  <a:cubicBezTo>
                    <a:pt x="15150" y="2252"/>
                    <a:pt x="17550" y="1126"/>
                    <a:pt x="21150" y="0"/>
                  </a:cubicBezTo>
                  <a:cubicBezTo>
                    <a:pt x="20550" y="0"/>
                    <a:pt x="20550" y="0"/>
                    <a:pt x="20550" y="0"/>
                  </a:cubicBezTo>
                  <a:cubicBezTo>
                    <a:pt x="16950" y="1126"/>
                    <a:pt x="13950" y="2252"/>
                    <a:pt x="11550" y="3378"/>
                  </a:cubicBezTo>
                  <a:cubicBezTo>
                    <a:pt x="9150" y="4504"/>
                    <a:pt x="7350" y="5630"/>
                    <a:pt x="5550" y="6756"/>
                  </a:cubicBezTo>
                  <a:cubicBezTo>
                    <a:pt x="1950" y="9009"/>
                    <a:pt x="150" y="11295"/>
                    <a:pt x="150" y="13581"/>
                  </a:cubicBezTo>
                  <a:cubicBezTo>
                    <a:pt x="-450" y="15731"/>
                    <a:pt x="750" y="17915"/>
                    <a:pt x="3750" y="20099"/>
                  </a:cubicBezTo>
                  <a:cubicBezTo>
                    <a:pt x="5550" y="20576"/>
                    <a:pt x="7350" y="21088"/>
                    <a:pt x="9150" y="21566"/>
                  </a:cubicBezTo>
                  <a:cubicBezTo>
                    <a:pt x="9150" y="21566"/>
                    <a:pt x="9750" y="21600"/>
                    <a:pt x="9750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84" name="Freeform 32"/>
            <p:cNvSpPr/>
            <p:nvPr/>
          </p:nvSpPr>
          <p:spPr>
            <a:xfrm>
              <a:off x="1084453" y="6572386"/>
              <a:ext cx="134120" cy="2816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71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86" y="14644"/>
                    <a:pt x="6943" y="7322"/>
                    <a:pt x="0" y="0"/>
                  </a:cubicBezTo>
                  <a:cubicBezTo>
                    <a:pt x="4629" y="7322"/>
                    <a:pt x="10029" y="14644"/>
                    <a:pt x="16971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85" name="Freeform 33"/>
            <p:cNvSpPr/>
            <p:nvPr/>
          </p:nvSpPr>
          <p:spPr>
            <a:xfrm>
              <a:off x="475166" y="4108415"/>
              <a:ext cx="82390" cy="5115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82" y="10901"/>
                  </a:moveTo>
                  <a:cubicBezTo>
                    <a:pt x="10165" y="14535"/>
                    <a:pt x="16518" y="17966"/>
                    <a:pt x="21600" y="21600"/>
                  </a:cubicBezTo>
                  <a:cubicBezTo>
                    <a:pt x="17788" y="17361"/>
                    <a:pt x="15247" y="13121"/>
                    <a:pt x="12706" y="8882"/>
                  </a:cubicBezTo>
                  <a:cubicBezTo>
                    <a:pt x="12706" y="8882"/>
                    <a:pt x="11435" y="8680"/>
                    <a:pt x="11435" y="8680"/>
                  </a:cubicBezTo>
                  <a:cubicBezTo>
                    <a:pt x="7624" y="5854"/>
                    <a:pt x="3812" y="2826"/>
                    <a:pt x="0" y="0"/>
                  </a:cubicBezTo>
                  <a:cubicBezTo>
                    <a:pt x="0" y="404"/>
                    <a:pt x="0" y="1009"/>
                    <a:pt x="0" y="1615"/>
                  </a:cubicBezTo>
                  <a:cubicBezTo>
                    <a:pt x="1271" y="4643"/>
                    <a:pt x="3812" y="7873"/>
                    <a:pt x="5082" y="10901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86" name="Freeform 34"/>
            <p:cNvSpPr/>
            <p:nvPr/>
          </p:nvSpPr>
          <p:spPr>
            <a:xfrm>
              <a:off x="946501" y="3146585"/>
              <a:ext cx="1410173" cy="27168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" y="21030"/>
                  </a:moveTo>
                  <a:cubicBezTo>
                    <a:pt x="661" y="19052"/>
                    <a:pt x="1396" y="17037"/>
                    <a:pt x="2571" y="15097"/>
                  </a:cubicBezTo>
                  <a:cubicBezTo>
                    <a:pt x="3747" y="13196"/>
                    <a:pt x="5363" y="11332"/>
                    <a:pt x="7273" y="9583"/>
                  </a:cubicBezTo>
                  <a:cubicBezTo>
                    <a:pt x="9110" y="7796"/>
                    <a:pt x="11314" y="6123"/>
                    <a:pt x="13739" y="4525"/>
                  </a:cubicBezTo>
                  <a:cubicBezTo>
                    <a:pt x="14914" y="3727"/>
                    <a:pt x="16163" y="2928"/>
                    <a:pt x="17486" y="2206"/>
                  </a:cubicBezTo>
                  <a:cubicBezTo>
                    <a:pt x="18147" y="1825"/>
                    <a:pt x="18808" y="1445"/>
                    <a:pt x="19469" y="1065"/>
                  </a:cubicBezTo>
                  <a:cubicBezTo>
                    <a:pt x="20131" y="723"/>
                    <a:pt x="20865" y="342"/>
                    <a:pt x="21600" y="0"/>
                  </a:cubicBezTo>
                  <a:cubicBezTo>
                    <a:pt x="21527" y="0"/>
                    <a:pt x="21527" y="0"/>
                    <a:pt x="21527" y="0"/>
                  </a:cubicBezTo>
                  <a:cubicBezTo>
                    <a:pt x="20792" y="342"/>
                    <a:pt x="20057" y="685"/>
                    <a:pt x="19396" y="1027"/>
                  </a:cubicBezTo>
                  <a:cubicBezTo>
                    <a:pt x="18735" y="1407"/>
                    <a:pt x="18073" y="1787"/>
                    <a:pt x="17412" y="2130"/>
                  </a:cubicBezTo>
                  <a:cubicBezTo>
                    <a:pt x="16016" y="2890"/>
                    <a:pt x="14767" y="3651"/>
                    <a:pt x="13592" y="4449"/>
                  </a:cubicBezTo>
                  <a:cubicBezTo>
                    <a:pt x="11094" y="6046"/>
                    <a:pt x="8890" y="7720"/>
                    <a:pt x="6980" y="9469"/>
                  </a:cubicBezTo>
                  <a:cubicBezTo>
                    <a:pt x="4996" y="11256"/>
                    <a:pt x="3380" y="13120"/>
                    <a:pt x="2204" y="15059"/>
                  </a:cubicBezTo>
                  <a:cubicBezTo>
                    <a:pt x="955" y="16923"/>
                    <a:pt x="220" y="18900"/>
                    <a:pt x="0" y="20877"/>
                  </a:cubicBezTo>
                  <a:cubicBezTo>
                    <a:pt x="220" y="21106"/>
                    <a:pt x="367" y="21334"/>
                    <a:pt x="514" y="21600"/>
                  </a:cubicBezTo>
                  <a:cubicBezTo>
                    <a:pt x="514" y="21410"/>
                    <a:pt x="514" y="21220"/>
                    <a:pt x="588" y="210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87" name="Freeform 35"/>
            <p:cNvSpPr/>
            <p:nvPr/>
          </p:nvSpPr>
          <p:spPr>
            <a:xfrm>
              <a:off x="1046133" y="6601126"/>
              <a:ext cx="120709" cy="2529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320" y="7336"/>
                    <a:pt x="10368" y="14672"/>
                    <a:pt x="1641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24" y="14672"/>
                    <a:pt x="6912" y="7336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88" name="Freeform 36"/>
            <p:cNvSpPr/>
            <p:nvPr/>
          </p:nvSpPr>
          <p:spPr>
            <a:xfrm>
              <a:off x="946501" y="5897956"/>
              <a:ext cx="137953" cy="6744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4596"/>
                    <a:pt x="1490" y="9191"/>
                    <a:pt x="5214" y="13634"/>
                  </a:cubicBezTo>
                  <a:cubicBezTo>
                    <a:pt x="8193" y="15013"/>
                    <a:pt x="10428" y="16545"/>
                    <a:pt x="13407" y="17923"/>
                  </a:cubicBezTo>
                  <a:cubicBezTo>
                    <a:pt x="16386" y="19149"/>
                    <a:pt x="18621" y="20374"/>
                    <a:pt x="21600" y="21600"/>
                  </a:cubicBezTo>
                  <a:cubicBezTo>
                    <a:pt x="20855" y="21294"/>
                    <a:pt x="20855" y="20987"/>
                    <a:pt x="20110" y="20681"/>
                  </a:cubicBezTo>
                  <a:cubicBezTo>
                    <a:pt x="11917" y="15013"/>
                    <a:pt x="7448" y="9191"/>
                    <a:pt x="5959" y="3370"/>
                  </a:cubicBezTo>
                  <a:cubicBezTo>
                    <a:pt x="5214" y="2757"/>
                    <a:pt x="3724" y="2298"/>
                    <a:pt x="2979" y="1685"/>
                  </a:cubicBezTo>
                  <a:cubicBezTo>
                    <a:pt x="1490" y="1072"/>
                    <a:pt x="745" y="460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89" name="Freeform 37"/>
            <p:cNvSpPr/>
            <p:nvPr/>
          </p:nvSpPr>
          <p:spPr>
            <a:xfrm>
              <a:off x="946501" y="5773415"/>
              <a:ext cx="38321" cy="2280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1700"/>
                  </a:moveTo>
                  <a:cubicBezTo>
                    <a:pt x="2700" y="13050"/>
                    <a:pt x="5400" y="14850"/>
                    <a:pt x="10800" y="16650"/>
                  </a:cubicBezTo>
                  <a:cubicBezTo>
                    <a:pt x="13500" y="18450"/>
                    <a:pt x="18900" y="19800"/>
                    <a:pt x="21600" y="21600"/>
                  </a:cubicBezTo>
                  <a:cubicBezTo>
                    <a:pt x="18900" y="17100"/>
                    <a:pt x="18900" y="12600"/>
                    <a:pt x="18900" y="8550"/>
                  </a:cubicBezTo>
                  <a:cubicBezTo>
                    <a:pt x="13500" y="5400"/>
                    <a:pt x="8100" y="2700"/>
                    <a:pt x="0" y="0"/>
                  </a:cubicBezTo>
                  <a:cubicBezTo>
                    <a:pt x="0" y="450"/>
                    <a:pt x="0" y="1350"/>
                    <a:pt x="0" y="1800"/>
                  </a:cubicBezTo>
                  <a:cubicBezTo>
                    <a:pt x="0" y="4950"/>
                    <a:pt x="0" y="8550"/>
                    <a:pt x="0" y="117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90" name="Freeform 38"/>
            <p:cNvSpPr/>
            <p:nvPr/>
          </p:nvSpPr>
          <p:spPr>
            <a:xfrm>
              <a:off x="979074" y="6323307"/>
              <a:ext cx="210760" cy="5307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400" y="5449"/>
                  </a:moveTo>
                  <a:cubicBezTo>
                    <a:pt x="3436" y="3697"/>
                    <a:pt x="1964" y="1751"/>
                    <a:pt x="0" y="0"/>
                  </a:cubicBezTo>
                  <a:cubicBezTo>
                    <a:pt x="1473" y="3114"/>
                    <a:pt x="3436" y="6422"/>
                    <a:pt x="5400" y="9535"/>
                  </a:cubicBezTo>
                  <a:cubicBezTo>
                    <a:pt x="5891" y="10119"/>
                    <a:pt x="6382" y="10703"/>
                    <a:pt x="6873" y="11286"/>
                  </a:cubicBezTo>
                  <a:cubicBezTo>
                    <a:pt x="10800" y="14789"/>
                    <a:pt x="14727" y="18292"/>
                    <a:pt x="1914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182" y="17903"/>
                    <a:pt x="13745" y="14011"/>
                    <a:pt x="10800" y="10119"/>
                  </a:cubicBezTo>
                  <a:cubicBezTo>
                    <a:pt x="8836" y="8562"/>
                    <a:pt x="7364" y="7005"/>
                    <a:pt x="5400" y="544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92" name="Rectangle 6"/>
          <p:cNvSpPr/>
          <p:nvPr/>
        </p:nvSpPr>
        <p:spPr>
          <a:xfrm>
            <a:off x="-1" y="0"/>
            <a:ext cx="182882" cy="6858000"/>
          </a:xfrm>
          <a:prstGeom prst="rect">
            <a:avLst/>
          </a:prstGeom>
          <a:solidFill>
            <a:srgbClr val="766F5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3" name="Title Text"/>
          <p:cNvSpPr txBox="1">
            <a:spLocks noGrp="1"/>
          </p:cNvSpPr>
          <p:nvPr>
            <p:ph type="title"/>
          </p:nvPr>
        </p:nvSpPr>
        <p:spPr>
          <a:xfrm>
            <a:off x="2589213" y="4800600"/>
            <a:ext cx="8915401" cy="566738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194" name="Picture Placeholder 2"/>
          <p:cNvSpPr>
            <a:spLocks noGrp="1"/>
          </p:cNvSpPr>
          <p:nvPr>
            <p:ph type="pic" idx="21"/>
          </p:nvPr>
        </p:nvSpPr>
        <p:spPr>
          <a:xfrm>
            <a:off x="2589211" y="634965"/>
            <a:ext cx="8915401" cy="38549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9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589213" y="5367337"/>
            <a:ext cx="8915401" cy="493713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 sz="1200"/>
            </a:lvl1pPr>
            <a:lvl2pPr marL="0" indent="457200">
              <a:buClrTx/>
              <a:buSzTx/>
              <a:buNone/>
              <a:defRPr sz="1200"/>
            </a:lvl2pPr>
            <a:lvl3pPr marL="0" indent="914400">
              <a:buClrTx/>
              <a:buSzTx/>
              <a:buNone/>
              <a:defRPr sz="1200"/>
            </a:lvl3pPr>
            <a:lvl4pPr marL="0" indent="1371600">
              <a:buClrTx/>
              <a:buSzTx/>
              <a:buNone/>
              <a:defRPr sz="1200"/>
            </a:lvl4pPr>
            <a:lvl5pPr marL="0" indent="1828800">
              <a:buClrTx/>
              <a:buSzTx/>
              <a:buNone/>
              <a:defRPr sz="1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6" name="Freeform 11"/>
          <p:cNvSpPr/>
          <p:nvPr/>
        </p:nvSpPr>
        <p:spPr>
          <a:xfrm flipV="1">
            <a:off x="-4189" y="4911725"/>
            <a:ext cx="1595613" cy="5072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8" h="21600" extrusionOk="0">
                <a:moveTo>
                  <a:pt x="21472" y="10154"/>
                </a:moveTo>
                <a:lnTo>
                  <a:pt x="18377" y="406"/>
                </a:lnTo>
                <a:cubicBezTo>
                  <a:pt x="18356" y="337"/>
                  <a:pt x="18331" y="272"/>
                  <a:pt x="18310" y="203"/>
                </a:cubicBezTo>
                <a:cubicBezTo>
                  <a:pt x="18247" y="0"/>
                  <a:pt x="18182" y="0"/>
                  <a:pt x="18117" y="0"/>
                </a:cubicBezTo>
                <a:lnTo>
                  <a:pt x="16891" y="0"/>
                </a:lnTo>
                <a:lnTo>
                  <a:pt x="0" y="151"/>
                </a:lnTo>
                <a:cubicBezTo>
                  <a:pt x="19" y="7301"/>
                  <a:pt x="39" y="14450"/>
                  <a:pt x="58" y="21600"/>
                </a:cubicBezTo>
                <a:lnTo>
                  <a:pt x="16891" y="21527"/>
                </a:lnTo>
                <a:lnTo>
                  <a:pt x="18117" y="21527"/>
                </a:lnTo>
                <a:cubicBezTo>
                  <a:pt x="18182" y="21527"/>
                  <a:pt x="18247" y="21324"/>
                  <a:pt x="18310" y="21324"/>
                </a:cubicBezTo>
                <a:cubicBezTo>
                  <a:pt x="18310" y="21120"/>
                  <a:pt x="18377" y="21120"/>
                  <a:pt x="18377" y="21120"/>
                </a:cubicBezTo>
                <a:lnTo>
                  <a:pt x="21472" y="11372"/>
                </a:lnTo>
                <a:cubicBezTo>
                  <a:pt x="21600" y="10966"/>
                  <a:pt x="21600" y="10560"/>
                  <a:pt x="21472" y="1015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925905" y="4967529"/>
            <a:ext cx="385675" cy="396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roup 22"/>
          <p:cNvGrpSpPr/>
          <p:nvPr/>
        </p:nvGrpSpPr>
        <p:grpSpPr>
          <a:xfrm>
            <a:off x="0" y="228599"/>
            <a:ext cx="2851518" cy="6638630"/>
            <a:chOff x="0" y="0"/>
            <a:chExt cx="2851516" cy="6638628"/>
          </a:xfrm>
        </p:grpSpPr>
        <p:sp>
          <p:nvSpPr>
            <p:cNvPr id="204" name="Freeform 11"/>
            <p:cNvSpPr/>
            <p:nvPr/>
          </p:nvSpPr>
          <p:spPr>
            <a:xfrm>
              <a:off x="-1" y="2346443"/>
              <a:ext cx="100643" cy="6262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19636" y="18582"/>
                    <a:pt x="18655" y="15724"/>
                    <a:pt x="16691" y="12706"/>
                  </a:cubicBezTo>
                  <a:cubicBezTo>
                    <a:pt x="10800" y="8576"/>
                    <a:pt x="5891" y="4288"/>
                    <a:pt x="0" y="0"/>
                  </a:cubicBezTo>
                  <a:cubicBezTo>
                    <a:pt x="0" y="5559"/>
                    <a:pt x="0" y="5559"/>
                    <a:pt x="0" y="5559"/>
                  </a:cubicBezTo>
                  <a:cubicBezTo>
                    <a:pt x="5891" y="10165"/>
                    <a:pt x="12764" y="14929"/>
                    <a:pt x="19636" y="19694"/>
                  </a:cubicBezTo>
                  <a:cubicBezTo>
                    <a:pt x="19636" y="20329"/>
                    <a:pt x="20618" y="20965"/>
                    <a:pt x="21600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05" name="Freeform 12"/>
            <p:cNvSpPr/>
            <p:nvPr/>
          </p:nvSpPr>
          <p:spPr>
            <a:xfrm>
              <a:off x="128598" y="2927929"/>
              <a:ext cx="646718" cy="23222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69" y="15000"/>
                  </a:moveTo>
                  <a:cubicBezTo>
                    <a:pt x="15891" y="17229"/>
                    <a:pt x="18514" y="19414"/>
                    <a:pt x="21446" y="21600"/>
                  </a:cubicBezTo>
                  <a:cubicBezTo>
                    <a:pt x="21446" y="21214"/>
                    <a:pt x="21446" y="20871"/>
                    <a:pt x="21600" y="20486"/>
                  </a:cubicBezTo>
                  <a:cubicBezTo>
                    <a:pt x="19131" y="18643"/>
                    <a:pt x="16817" y="16757"/>
                    <a:pt x="14657" y="14871"/>
                  </a:cubicBezTo>
                  <a:cubicBezTo>
                    <a:pt x="8949" y="9986"/>
                    <a:pt x="4166" y="5014"/>
                    <a:pt x="0" y="0"/>
                  </a:cubicBezTo>
                  <a:cubicBezTo>
                    <a:pt x="309" y="857"/>
                    <a:pt x="617" y="1757"/>
                    <a:pt x="926" y="2614"/>
                  </a:cubicBezTo>
                  <a:cubicBezTo>
                    <a:pt x="4629" y="6771"/>
                    <a:pt x="8640" y="10929"/>
                    <a:pt x="13269" y="150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06" name="Freeform 13"/>
            <p:cNvSpPr/>
            <p:nvPr/>
          </p:nvSpPr>
          <p:spPr>
            <a:xfrm>
              <a:off x="806998" y="5218460"/>
              <a:ext cx="609443" cy="14201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9" y="1543"/>
                  </a:moveTo>
                  <a:cubicBezTo>
                    <a:pt x="818" y="1052"/>
                    <a:pt x="327" y="561"/>
                    <a:pt x="0" y="0"/>
                  </a:cubicBezTo>
                  <a:cubicBezTo>
                    <a:pt x="0" y="701"/>
                    <a:pt x="0" y="1332"/>
                    <a:pt x="0" y="2034"/>
                  </a:cubicBezTo>
                  <a:cubicBezTo>
                    <a:pt x="3436" y="5961"/>
                    <a:pt x="7200" y="9818"/>
                    <a:pt x="11127" y="13605"/>
                  </a:cubicBezTo>
                  <a:cubicBezTo>
                    <a:pt x="13909" y="16270"/>
                    <a:pt x="17018" y="18935"/>
                    <a:pt x="20127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491" y="18865"/>
                    <a:pt x="15382" y="16130"/>
                    <a:pt x="12600" y="13325"/>
                  </a:cubicBezTo>
                  <a:cubicBezTo>
                    <a:pt x="8509" y="9468"/>
                    <a:pt x="4745" y="5540"/>
                    <a:pt x="1309" y="1543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07" name="Freeform 14"/>
            <p:cNvSpPr/>
            <p:nvPr/>
          </p:nvSpPr>
          <p:spPr>
            <a:xfrm>
              <a:off x="959824" y="6275198"/>
              <a:ext cx="171465" cy="3634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346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4011" y="14491"/>
                    <a:pt x="7005" y="7382"/>
                    <a:pt x="0" y="0"/>
                  </a:cubicBezTo>
                  <a:cubicBezTo>
                    <a:pt x="4670" y="7382"/>
                    <a:pt x="9924" y="14491"/>
                    <a:pt x="16346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08" name="Freeform 15"/>
            <p:cNvSpPr/>
            <p:nvPr/>
          </p:nvSpPr>
          <p:spPr>
            <a:xfrm>
              <a:off x="100641" y="2972659"/>
              <a:ext cx="821909" cy="3328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58" y="19745"/>
                  </a:moveTo>
                  <a:cubicBezTo>
                    <a:pt x="17596" y="18489"/>
                    <a:pt x="15775" y="17232"/>
                    <a:pt x="14076" y="15976"/>
                  </a:cubicBezTo>
                  <a:cubicBezTo>
                    <a:pt x="10193" y="13074"/>
                    <a:pt x="7160" y="10082"/>
                    <a:pt x="4854" y="7060"/>
                  </a:cubicBezTo>
                  <a:cubicBezTo>
                    <a:pt x="3519" y="5235"/>
                    <a:pt x="2427" y="3381"/>
                    <a:pt x="1456" y="1526"/>
                  </a:cubicBezTo>
                  <a:cubicBezTo>
                    <a:pt x="971" y="1017"/>
                    <a:pt x="485" y="509"/>
                    <a:pt x="0" y="0"/>
                  </a:cubicBezTo>
                  <a:cubicBezTo>
                    <a:pt x="971" y="2363"/>
                    <a:pt x="2306" y="4757"/>
                    <a:pt x="4004" y="7090"/>
                  </a:cubicBezTo>
                  <a:cubicBezTo>
                    <a:pt x="6189" y="10142"/>
                    <a:pt x="9222" y="13134"/>
                    <a:pt x="12984" y="16065"/>
                  </a:cubicBezTo>
                  <a:cubicBezTo>
                    <a:pt x="14926" y="17531"/>
                    <a:pt x="17110" y="18967"/>
                    <a:pt x="19416" y="20373"/>
                  </a:cubicBezTo>
                  <a:cubicBezTo>
                    <a:pt x="20144" y="20792"/>
                    <a:pt x="20872" y="21181"/>
                    <a:pt x="21600" y="21600"/>
                  </a:cubicBezTo>
                  <a:cubicBezTo>
                    <a:pt x="21357" y="21450"/>
                    <a:pt x="21236" y="21331"/>
                    <a:pt x="21115" y="21181"/>
                  </a:cubicBezTo>
                  <a:cubicBezTo>
                    <a:pt x="20508" y="20702"/>
                    <a:pt x="20022" y="20224"/>
                    <a:pt x="19658" y="19745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09" name="Freeform 16"/>
            <p:cNvSpPr/>
            <p:nvPr/>
          </p:nvSpPr>
          <p:spPr>
            <a:xfrm>
              <a:off x="26126" y="0"/>
              <a:ext cx="102473" cy="29279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35" h="21600" extrusionOk="0">
                  <a:moveTo>
                    <a:pt x="9565" y="19627"/>
                  </a:moveTo>
                  <a:cubicBezTo>
                    <a:pt x="10505" y="19763"/>
                    <a:pt x="10505" y="19899"/>
                    <a:pt x="10505" y="20035"/>
                  </a:cubicBezTo>
                  <a:cubicBezTo>
                    <a:pt x="13322" y="20511"/>
                    <a:pt x="17078" y="20988"/>
                    <a:pt x="19896" y="21498"/>
                  </a:cubicBezTo>
                  <a:cubicBezTo>
                    <a:pt x="19896" y="21532"/>
                    <a:pt x="19896" y="21566"/>
                    <a:pt x="20835" y="21600"/>
                  </a:cubicBezTo>
                  <a:cubicBezTo>
                    <a:pt x="18957" y="20920"/>
                    <a:pt x="17078" y="20273"/>
                    <a:pt x="15200" y="19593"/>
                  </a:cubicBezTo>
                  <a:cubicBezTo>
                    <a:pt x="7687" y="16123"/>
                    <a:pt x="3931" y="12654"/>
                    <a:pt x="3931" y="9150"/>
                  </a:cubicBezTo>
                  <a:cubicBezTo>
                    <a:pt x="4870" y="6089"/>
                    <a:pt x="7687" y="3061"/>
                    <a:pt x="13322" y="0"/>
                  </a:cubicBezTo>
                  <a:cubicBezTo>
                    <a:pt x="10505" y="0"/>
                    <a:pt x="10505" y="0"/>
                    <a:pt x="10505" y="0"/>
                  </a:cubicBezTo>
                  <a:cubicBezTo>
                    <a:pt x="3931" y="3027"/>
                    <a:pt x="1113" y="6089"/>
                    <a:pt x="174" y="9150"/>
                  </a:cubicBezTo>
                  <a:cubicBezTo>
                    <a:pt x="-765" y="12654"/>
                    <a:pt x="2052" y="16123"/>
                    <a:pt x="9565" y="19627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10" name="Freeform 17"/>
            <p:cNvSpPr/>
            <p:nvPr/>
          </p:nvSpPr>
          <p:spPr>
            <a:xfrm>
              <a:off x="78276" y="2715463"/>
              <a:ext cx="78278" cy="4938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2541" y="3836"/>
                    <a:pt x="3812" y="7469"/>
                    <a:pt x="6353" y="11305"/>
                  </a:cubicBezTo>
                  <a:cubicBezTo>
                    <a:pt x="11435" y="14736"/>
                    <a:pt x="16518" y="18168"/>
                    <a:pt x="21600" y="21600"/>
                  </a:cubicBezTo>
                  <a:cubicBezTo>
                    <a:pt x="19059" y="17563"/>
                    <a:pt x="16518" y="13323"/>
                    <a:pt x="13976" y="9286"/>
                  </a:cubicBezTo>
                  <a:cubicBezTo>
                    <a:pt x="12706" y="9084"/>
                    <a:pt x="12706" y="8882"/>
                    <a:pt x="12706" y="8680"/>
                  </a:cubicBezTo>
                  <a:cubicBezTo>
                    <a:pt x="8894" y="5652"/>
                    <a:pt x="3812" y="2826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11" name="Freeform 18"/>
            <p:cNvSpPr/>
            <p:nvPr/>
          </p:nvSpPr>
          <p:spPr>
            <a:xfrm>
              <a:off x="769723" y="5250144"/>
              <a:ext cx="190102" cy="1025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3016"/>
                    <a:pt x="1054" y="6032"/>
                    <a:pt x="2634" y="9049"/>
                  </a:cubicBezTo>
                  <a:cubicBezTo>
                    <a:pt x="4215" y="11384"/>
                    <a:pt x="6322" y="13816"/>
                    <a:pt x="8956" y="16151"/>
                  </a:cubicBezTo>
                  <a:cubicBezTo>
                    <a:pt x="10010" y="16735"/>
                    <a:pt x="11590" y="17319"/>
                    <a:pt x="12644" y="17903"/>
                  </a:cubicBezTo>
                  <a:cubicBezTo>
                    <a:pt x="15805" y="19168"/>
                    <a:pt x="18439" y="20335"/>
                    <a:pt x="21600" y="21600"/>
                  </a:cubicBezTo>
                  <a:cubicBezTo>
                    <a:pt x="21073" y="21308"/>
                    <a:pt x="20546" y="20919"/>
                    <a:pt x="20020" y="20627"/>
                  </a:cubicBezTo>
                  <a:cubicBezTo>
                    <a:pt x="13698" y="16735"/>
                    <a:pt x="9483" y="12843"/>
                    <a:pt x="6849" y="8951"/>
                  </a:cubicBezTo>
                  <a:cubicBezTo>
                    <a:pt x="5795" y="6616"/>
                    <a:pt x="4741" y="4378"/>
                    <a:pt x="4215" y="2141"/>
                  </a:cubicBezTo>
                  <a:cubicBezTo>
                    <a:pt x="4215" y="2043"/>
                    <a:pt x="3688" y="1946"/>
                    <a:pt x="3688" y="1751"/>
                  </a:cubicBezTo>
                  <a:cubicBezTo>
                    <a:pt x="2634" y="1168"/>
                    <a:pt x="1054" y="584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12" name="Freeform 19"/>
            <p:cNvSpPr/>
            <p:nvPr/>
          </p:nvSpPr>
          <p:spPr>
            <a:xfrm>
              <a:off x="775314" y="1170426"/>
              <a:ext cx="2076203" cy="40480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36" y="21010"/>
                  </a:moveTo>
                  <a:cubicBezTo>
                    <a:pt x="480" y="18992"/>
                    <a:pt x="1248" y="17000"/>
                    <a:pt x="2400" y="15081"/>
                  </a:cubicBezTo>
                  <a:cubicBezTo>
                    <a:pt x="3600" y="13162"/>
                    <a:pt x="5232" y="11317"/>
                    <a:pt x="7152" y="9545"/>
                  </a:cubicBezTo>
                  <a:cubicBezTo>
                    <a:pt x="9072" y="7774"/>
                    <a:pt x="11280" y="6101"/>
                    <a:pt x="13680" y="4502"/>
                  </a:cubicBezTo>
                  <a:cubicBezTo>
                    <a:pt x="14880" y="3715"/>
                    <a:pt x="16176" y="2928"/>
                    <a:pt x="17472" y="2190"/>
                  </a:cubicBezTo>
                  <a:cubicBezTo>
                    <a:pt x="18144" y="1821"/>
                    <a:pt x="18816" y="1427"/>
                    <a:pt x="19488" y="1082"/>
                  </a:cubicBezTo>
                  <a:cubicBezTo>
                    <a:pt x="20208" y="713"/>
                    <a:pt x="20880" y="369"/>
                    <a:pt x="21600" y="25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0832" y="344"/>
                    <a:pt x="20160" y="689"/>
                    <a:pt x="19440" y="1058"/>
                  </a:cubicBezTo>
                  <a:cubicBezTo>
                    <a:pt x="18768" y="1402"/>
                    <a:pt x="18096" y="1771"/>
                    <a:pt x="17424" y="2165"/>
                  </a:cubicBezTo>
                  <a:cubicBezTo>
                    <a:pt x="16080" y="2903"/>
                    <a:pt x="14784" y="3666"/>
                    <a:pt x="13584" y="4453"/>
                  </a:cubicBezTo>
                  <a:cubicBezTo>
                    <a:pt x="11136" y="6052"/>
                    <a:pt x="8880" y="7725"/>
                    <a:pt x="6960" y="9496"/>
                  </a:cubicBezTo>
                  <a:cubicBezTo>
                    <a:pt x="4992" y="11243"/>
                    <a:pt x="3360" y="13113"/>
                    <a:pt x="2160" y="15031"/>
                  </a:cubicBezTo>
                  <a:cubicBezTo>
                    <a:pt x="912" y="16975"/>
                    <a:pt x="144" y="18968"/>
                    <a:pt x="0" y="21010"/>
                  </a:cubicBezTo>
                  <a:cubicBezTo>
                    <a:pt x="0" y="21059"/>
                    <a:pt x="0" y="21083"/>
                    <a:pt x="0" y="21133"/>
                  </a:cubicBezTo>
                  <a:cubicBezTo>
                    <a:pt x="96" y="21280"/>
                    <a:pt x="192" y="21452"/>
                    <a:pt x="336" y="21600"/>
                  </a:cubicBezTo>
                  <a:cubicBezTo>
                    <a:pt x="336" y="21403"/>
                    <a:pt x="336" y="21206"/>
                    <a:pt x="336" y="2101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13" name="Freeform 20"/>
            <p:cNvSpPr/>
            <p:nvPr/>
          </p:nvSpPr>
          <p:spPr>
            <a:xfrm>
              <a:off x="922549" y="6301291"/>
              <a:ext cx="162147" cy="337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320" y="7101"/>
                    <a:pt x="9874" y="14499"/>
                    <a:pt x="1604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4194" y="14499"/>
                    <a:pt x="6789" y="7101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14" name="Freeform 21"/>
            <p:cNvSpPr/>
            <p:nvPr/>
          </p:nvSpPr>
          <p:spPr>
            <a:xfrm>
              <a:off x="769723" y="5130865"/>
              <a:ext cx="37276" cy="221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0" y="19800"/>
                  </a:moveTo>
                  <a:cubicBezTo>
                    <a:pt x="18900" y="20700"/>
                    <a:pt x="21600" y="21150"/>
                    <a:pt x="21600" y="21600"/>
                  </a:cubicBezTo>
                  <a:cubicBezTo>
                    <a:pt x="21600" y="17100"/>
                    <a:pt x="21600" y="13050"/>
                    <a:pt x="21600" y="8550"/>
                  </a:cubicBezTo>
                  <a:cubicBezTo>
                    <a:pt x="13500" y="5850"/>
                    <a:pt x="8100" y="2700"/>
                    <a:pt x="2700" y="0"/>
                  </a:cubicBezTo>
                  <a:cubicBezTo>
                    <a:pt x="0" y="4050"/>
                    <a:pt x="0" y="7650"/>
                    <a:pt x="0" y="11700"/>
                  </a:cubicBezTo>
                  <a:cubicBezTo>
                    <a:pt x="5400" y="14400"/>
                    <a:pt x="13500" y="17100"/>
                    <a:pt x="18900" y="198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15" name="Freeform 22"/>
            <p:cNvSpPr/>
            <p:nvPr/>
          </p:nvSpPr>
          <p:spPr>
            <a:xfrm>
              <a:off x="849863" y="6016139"/>
              <a:ext cx="238559" cy="622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08" y="2880"/>
                  </a:moveTo>
                  <a:cubicBezTo>
                    <a:pt x="2077" y="1920"/>
                    <a:pt x="831" y="960"/>
                    <a:pt x="0" y="0"/>
                  </a:cubicBezTo>
                  <a:cubicBezTo>
                    <a:pt x="1246" y="2560"/>
                    <a:pt x="2908" y="5120"/>
                    <a:pt x="4985" y="7680"/>
                  </a:cubicBezTo>
                  <a:cubicBezTo>
                    <a:pt x="5400" y="8480"/>
                    <a:pt x="5815" y="9120"/>
                    <a:pt x="6646" y="9920"/>
                  </a:cubicBezTo>
                  <a:cubicBezTo>
                    <a:pt x="11215" y="13760"/>
                    <a:pt x="16200" y="17760"/>
                    <a:pt x="2118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031" y="17440"/>
                    <a:pt x="13292" y="13280"/>
                    <a:pt x="9969" y="8960"/>
                  </a:cubicBezTo>
                  <a:cubicBezTo>
                    <a:pt x="7477" y="6880"/>
                    <a:pt x="5400" y="4960"/>
                    <a:pt x="2908" y="288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229" name="Group 9"/>
          <p:cNvGrpSpPr/>
          <p:nvPr/>
        </p:nvGrpSpPr>
        <p:grpSpPr>
          <a:xfrm>
            <a:off x="27221" y="-786"/>
            <a:ext cx="2356674" cy="6854040"/>
            <a:chOff x="0" y="0"/>
            <a:chExt cx="2356673" cy="6854039"/>
          </a:xfrm>
        </p:grpSpPr>
        <p:sp>
          <p:nvSpPr>
            <p:cNvPr id="217" name="Freeform 27"/>
            <p:cNvSpPr/>
            <p:nvPr/>
          </p:nvSpPr>
          <p:spPr>
            <a:xfrm>
              <a:off x="0" y="-1"/>
              <a:ext cx="494327" cy="4401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8" y="4930"/>
                  </a:moveTo>
                  <a:cubicBezTo>
                    <a:pt x="2307" y="6762"/>
                    <a:pt x="3565" y="8617"/>
                    <a:pt x="5452" y="10448"/>
                  </a:cubicBezTo>
                  <a:cubicBezTo>
                    <a:pt x="7130" y="12279"/>
                    <a:pt x="9227" y="14110"/>
                    <a:pt x="11953" y="15942"/>
                  </a:cubicBezTo>
                  <a:cubicBezTo>
                    <a:pt x="14470" y="17773"/>
                    <a:pt x="17616" y="19581"/>
                    <a:pt x="21181" y="21389"/>
                  </a:cubicBezTo>
                  <a:cubicBezTo>
                    <a:pt x="21390" y="21459"/>
                    <a:pt x="21600" y="21530"/>
                    <a:pt x="21600" y="21600"/>
                  </a:cubicBezTo>
                  <a:cubicBezTo>
                    <a:pt x="21390" y="21248"/>
                    <a:pt x="20971" y="20872"/>
                    <a:pt x="20761" y="20520"/>
                  </a:cubicBezTo>
                  <a:cubicBezTo>
                    <a:pt x="20761" y="20450"/>
                    <a:pt x="20761" y="20379"/>
                    <a:pt x="20761" y="20332"/>
                  </a:cubicBezTo>
                  <a:cubicBezTo>
                    <a:pt x="17825" y="18853"/>
                    <a:pt x="15309" y="17397"/>
                    <a:pt x="13212" y="15918"/>
                  </a:cubicBezTo>
                  <a:cubicBezTo>
                    <a:pt x="10485" y="14087"/>
                    <a:pt x="8179" y="12279"/>
                    <a:pt x="6291" y="10424"/>
                  </a:cubicBezTo>
                  <a:cubicBezTo>
                    <a:pt x="4404" y="8593"/>
                    <a:pt x="2936" y="6762"/>
                    <a:pt x="1887" y="4907"/>
                  </a:cubicBezTo>
                  <a:cubicBezTo>
                    <a:pt x="1468" y="3991"/>
                    <a:pt x="1049" y="3076"/>
                    <a:pt x="629" y="2160"/>
                  </a:cubicBezTo>
                  <a:cubicBezTo>
                    <a:pt x="419" y="1432"/>
                    <a:pt x="210" y="728"/>
                    <a:pt x="2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28"/>
                    <a:pt x="210" y="1432"/>
                    <a:pt x="210" y="2160"/>
                  </a:cubicBezTo>
                  <a:cubicBezTo>
                    <a:pt x="629" y="3076"/>
                    <a:pt x="839" y="3991"/>
                    <a:pt x="1468" y="49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18" name="Freeform 28"/>
            <p:cNvSpPr/>
            <p:nvPr/>
          </p:nvSpPr>
          <p:spPr>
            <a:xfrm>
              <a:off x="523067" y="4317258"/>
              <a:ext cx="423436" cy="1580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09" y="14989"/>
                  </a:moveTo>
                  <a:cubicBezTo>
                    <a:pt x="15709" y="17215"/>
                    <a:pt x="18409" y="19440"/>
                    <a:pt x="21600" y="21600"/>
                  </a:cubicBezTo>
                  <a:cubicBezTo>
                    <a:pt x="21600" y="21142"/>
                    <a:pt x="21600" y="20618"/>
                    <a:pt x="21600" y="20160"/>
                  </a:cubicBezTo>
                  <a:cubicBezTo>
                    <a:pt x="21600" y="20095"/>
                    <a:pt x="21600" y="19964"/>
                    <a:pt x="21600" y="19898"/>
                  </a:cubicBezTo>
                  <a:cubicBezTo>
                    <a:pt x="19391" y="18196"/>
                    <a:pt x="17182" y="16495"/>
                    <a:pt x="15218" y="14793"/>
                  </a:cubicBezTo>
                  <a:cubicBezTo>
                    <a:pt x="9327" y="9949"/>
                    <a:pt x="4173" y="4975"/>
                    <a:pt x="0" y="0"/>
                  </a:cubicBezTo>
                  <a:cubicBezTo>
                    <a:pt x="491" y="1375"/>
                    <a:pt x="982" y="2749"/>
                    <a:pt x="1718" y="4124"/>
                  </a:cubicBezTo>
                  <a:cubicBezTo>
                    <a:pt x="5155" y="7789"/>
                    <a:pt x="8836" y="11389"/>
                    <a:pt x="13009" y="1498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19" name="Freeform 29"/>
            <p:cNvSpPr/>
            <p:nvPr/>
          </p:nvSpPr>
          <p:spPr>
            <a:xfrm>
              <a:off x="979074" y="5863468"/>
              <a:ext cx="431100" cy="990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" y="1565"/>
                  </a:moveTo>
                  <a:cubicBezTo>
                    <a:pt x="960" y="1043"/>
                    <a:pt x="480" y="522"/>
                    <a:pt x="0" y="0"/>
                  </a:cubicBezTo>
                  <a:cubicBezTo>
                    <a:pt x="0" y="939"/>
                    <a:pt x="0" y="1983"/>
                    <a:pt x="240" y="3026"/>
                  </a:cubicBezTo>
                  <a:cubicBezTo>
                    <a:pt x="3360" y="6470"/>
                    <a:pt x="6480" y="9913"/>
                    <a:pt x="10080" y="13252"/>
                  </a:cubicBezTo>
                  <a:cubicBezTo>
                    <a:pt x="12960" y="16070"/>
                    <a:pt x="16080" y="18887"/>
                    <a:pt x="1920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240" y="18783"/>
                    <a:pt x="15120" y="15861"/>
                    <a:pt x="12000" y="12835"/>
                  </a:cubicBezTo>
                  <a:cubicBezTo>
                    <a:pt x="8160" y="9183"/>
                    <a:pt x="4800" y="5322"/>
                    <a:pt x="1440" y="1565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Freeform 30"/>
            <p:cNvSpPr/>
            <p:nvPr/>
          </p:nvSpPr>
          <p:spPr>
            <a:xfrm>
              <a:off x="494326" y="4365158"/>
              <a:ext cx="551808" cy="2235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70" y="18917"/>
                  </a:moveTo>
                  <a:cubicBezTo>
                    <a:pt x="17468" y="17946"/>
                    <a:pt x="15965" y="16928"/>
                    <a:pt x="14650" y="15911"/>
                  </a:cubicBezTo>
                  <a:cubicBezTo>
                    <a:pt x="10706" y="12997"/>
                    <a:pt x="7701" y="9991"/>
                    <a:pt x="5447" y="6984"/>
                  </a:cubicBezTo>
                  <a:cubicBezTo>
                    <a:pt x="4132" y="5504"/>
                    <a:pt x="3193" y="3978"/>
                    <a:pt x="2442" y="2451"/>
                  </a:cubicBezTo>
                  <a:cubicBezTo>
                    <a:pt x="1690" y="1619"/>
                    <a:pt x="751" y="833"/>
                    <a:pt x="0" y="0"/>
                  </a:cubicBezTo>
                  <a:cubicBezTo>
                    <a:pt x="939" y="2359"/>
                    <a:pt x="2254" y="4718"/>
                    <a:pt x="3944" y="7030"/>
                  </a:cubicBezTo>
                  <a:cubicBezTo>
                    <a:pt x="6198" y="10083"/>
                    <a:pt x="9203" y="13090"/>
                    <a:pt x="12960" y="16050"/>
                  </a:cubicBezTo>
                  <a:cubicBezTo>
                    <a:pt x="14838" y="17484"/>
                    <a:pt x="16904" y="18964"/>
                    <a:pt x="19346" y="20397"/>
                  </a:cubicBezTo>
                  <a:cubicBezTo>
                    <a:pt x="20097" y="20767"/>
                    <a:pt x="20849" y="21184"/>
                    <a:pt x="21600" y="21600"/>
                  </a:cubicBezTo>
                  <a:cubicBezTo>
                    <a:pt x="21412" y="21461"/>
                    <a:pt x="21224" y="21322"/>
                    <a:pt x="21037" y="21184"/>
                  </a:cubicBezTo>
                  <a:cubicBezTo>
                    <a:pt x="20285" y="20444"/>
                    <a:pt x="19534" y="19657"/>
                    <a:pt x="18970" y="18917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Freeform 31"/>
            <p:cNvSpPr/>
            <p:nvPr/>
          </p:nvSpPr>
          <p:spPr>
            <a:xfrm>
              <a:off x="444311" y="1289983"/>
              <a:ext cx="170725" cy="3027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0" h="21600" extrusionOk="0">
                  <a:moveTo>
                    <a:pt x="9750" y="21600"/>
                  </a:moveTo>
                  <a:cubicBezTo>
                    <a:pt x="8550" y="21191"/>
                    <a:pt x="7950" y="20781"/>
                    <a:pt x="7350" y="20372"/>
                  </a:cubicBezTo>
                  <a:cubicBezTo>
                    <a:pt x="4350" y="18085"/>
                    <a:pt x="2550" y="15833"/>
                    <a:pt x="2550" y="13581"/>
                  </a:cubicBezTo>
                  <a:cubicBezTo>
                    <a:pt x="2550" y="11295"/>
                    <a:pt x="4350" y="9043"/>
                    <a:pt x="7350" y="6756"/>
                  </a:cubicBezTo>
                  <a:cubicBezTo>
                    <a:pt x="8550" y="5630"/>
                    <a:pt x="10350" y="4504"/>
                    <a:pt x="12750" y="3378"/>
                  </a:cubicBezTo>
                  <a:cubicBezTo>
                    <a:pt x="15150" y="2252"/>
                    <a:pt x="17550" y="1126"/>
                    <a:pt x="21150" y="0"/>
                  </a:cubicBezTo>
                  <a:cubicBezTo>
                    <a:pt x="20550" y="0"/>
                    <a:pt x="20550" y="0"/>
                    <a:pt x="20550" y="0"/>
                  </a:cubicBezTo>
                  <a:cubicBezTo>
                    <a:pt x="16950" y="1126"/>
                    <a:pt x="13950" y="2252"/>
                    <a:pt x="11550" y="3378"/>
                  </a:cubicBezTo>
                  <a:cubicBezTo>
                    <a:pt x="9150" y="4504"/>
                    <a:pt x="7350" y="5630"/>
                    <a:pt x="5550" y="6756"/>
                  </a:cubicBezTo>
                  <a:cubicBezTo>
                    <a:pt x="1950" y="9009"/>
                    <a:pt x="150" y="11295"/>
                    <a:pt x="150" y="13581"/>
                  </a:cubicBezTo>
                  <a:cubicBezTo>
                    <a:pt x="-450" y="15731"/>
                    <a:pt x="750" y="17915"/>
                    <a:pt x="3750" y="20099"/>
                  </a:cubicBezTo>
                  <a:cubicBezTo>
                    <a:pt x="5550" y="20576"/>
                    <a:pt x="7350" y="21088"/>
                    <a:pt x="9150" y="21566"/>
                  </a:cubicBezTo>
                  <a:cubicBezTo>
                    <a:pt x="9150" y="21566"/>
                    <a:pt x="9750" y="21600"/>
                    <a:pt x="9750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Freeform 32"/>
            <p:cNvSpPr/>
            <p:nvPr/>
          </p:nvSpPr>
          <p:spPr>
            <a:xfrm>
              <a:off x="1084453" y="6572386"/>
              <a:ext cx="134120" cy="2816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71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86" y="14644"/>
                    <a:pt x="6943" y="7322"/>
                    <a:pt x="0" y="0"/>
                  </a:cubicBezTo>
                  <a:cubicBezTo>
                    <a:pt x="4629" y="7322"/>
                    <a:pt x="10029" y="14644"/>
                    <a:pt x="16971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Freeform 33"/>
            <p:cNvSpPr/>
            <p:nvPr/>
          </p:nvSpPr>
          <p:spPr>
            <a:xfrm>
              <a:off x="475166" y="4108415"/>
              <a:ext cx="82390" cy="5115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82" y="10901"/>
                  </a:moveTo>
                  <a:cubicBezTo>
                    <a:pt x="10165" y="14535"/>
                    <a:pt x="16518" y="17966"/>
                    <a:pt x="21600" y="21600"/>
                  </a:cubicBezTo>
                  <a:cubicBezTo>
                    <a:pt x="17788" y="17361"/>
                    <a:pt x="15247" y="13121"/>
                    <a:pt x="12706" y="8882"/>
                  </a:cubicBezTo>
                  <a:cubicBezTo>
                    <a:pt x="12706" y="8882"/>
                    <a:pt x="11435" y="8680"/>
                    <a:pt x="11435" y="8680"/>
                  </a:cubicBezTo>
                  <a:cubicBezTo>
                    <a:pt x="7624" y="5854"/>
                    <a:pt x="3812" y="2826"/>
                    <a:pt x="0" y="0"/>
                  </a:cubicBezTo>
                  <a:cubicBezTo>
                    <a:pt x="0" y="404"/>
                    <a:pt x="0" y="1009"/>
                    <a:pt x="0" y="1615"/>
                  </a:cubicBezTo>
                  <a:cubicBezTo>
                    <a:pt x="1271" y="4643"/>
                    <a:pt x="3812" y="7873"/>
                    <a:pt x="5082" y="10901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Freeform 34"/>
            <p:cNvSpPr/>
            <p:nvPr/>
          </p:nvSpPr>
          <p:spPr>
            <a:xfrm>
              <a:off x="946501" y="3146585"/>
              <a:ext cx="1410173" cy="27168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" y="21030"/>
                  </a:moveTo>
                  <a:cubicBezTo>
                    <a:pt x="661" y="19052"/>
                    <a:pt x="1396" y="17037"/>
                    <a:pt x="2571" y="15097"/>
                  </a:cubicBezTo>
                  <a:cubicBezTo>
                    <a:pt x="3747" y="13196"/>
                    <a:pt x="5363" y="11332"/>
                    <a:pt x="7273" y="9583"/>
                  </a:cubicBezTo>
                  <a:cubicBezTo>
                    <a:pt x="9110" y="7796"/>
                    <a:pt x="11314" y="6123"/>
                    <a:pt x="13739" y="4525"/>
                  </a:cubicBezTo>
                  <a:cubicBezTo>
                    <a:pt x="14914" y="3727"/>
                    <a:pt x="16163" y="2928"/>
                    <a:pt x="17486" y="2206"/>
                  </a:cubicBezTo>
                  <a:cubicBezTo>
                    <a:pt x="18147" y="1825"/>
                    <a:pt x="18808" y="1445"/>
                    <a:pt x="19469" y="1065"/>
                  </a:cubicBezTo>
                  <a:cubicBezTo>
                    <a:pt x="20131" y="723"/>
                    <a:pt x="20865" y="342"/>
                    <a:pt x="21600" y="0"/>
                  </a:cubicBezTo>
                  <a:cubicBezTo>
                    <a:pt x="21527" y="0"/>
                    <a:pt x="21527" y="0"/>
                    <a:pt x="21527" y="0"/>
                  </a:cubicBezTo>
                  <a:cubicBezTo>
                    <a:pt x="20792" y="342"/>
                    <a:pt x="20057" y="685"/>
                    <a:pt x="19396" y="1027"/>
                  </a:cubicBezTo>
                  <a:cubicBezTo>
                    <a:pt x="18735" y="1407"/>
                    <a:pt x="18073" y="1787"/>
                    <a:pt x="17412" y="2130"/>
                  </a:cubicBezTo>
                  <a:cubicBezTo>
                    <a:pt x="16016" y="2890"/>
                    <a:pt x="14767" y="3651"/>
                    <a:pt x="13592" y="4449"/>
                  </a:cubicBezTo>
                  <a:cubicBezTo>
                    <a:pt x="11094" y="6046"/>
                    <a:pt x="8890" y="7720"/>
                    <a:pt x="6980" y="9469"/>
                  </a:cubicBezTo>
                  <a:cubicBezTo>
                    <a:pt x="4996" y="11256"/>
                    <a:pt x="3380" y="13120"/>
                    <a:pt x="2204" y="15059"/>
                  </a:cubicBezTo>
                  <a:cubicBezTo>
                    <a:pt x="955" y="16923"/>
                    <a:pt x="220" y="18900"/>
                    <a:pt x="0" y="20877"/>
                  </a:cubicBezTo>
                  <a:cubicBezTo>
                    <a:pt x="220" y="21106"/>
                    <a:pt x="367" y="21334"/>
                    <a:pt x="514" y="21600"/>
                  </a:cubicBezTo>
                  <a:cubicBezTo>
                    <a:pt x="514" y="21410"/>
                    <a:pt x="514" y="21220"/>
                    <a:pt x="588" y="210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Freeform 35"/>
            <p:cNvSpPr/>
            <p:nvPr/>
          </p:nvSpPr>
          <p:spPr>
            <a:xfrm>
              <a:off x="1046133" y="6601126"/>
              <a:ext cx="120709" cy="2529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320" y="7336"/>
                    <a:pt x="10368" y="14672"/>
                    <a:pt x="1641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24" y="14672"/>
                    <a:pt x="6912" y="7336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Freeform 36"/>
            <p:cNvSpPr/>
            <p:nvPr/>
          </p:nvSpPr>
          <p:spPr>
            <a:xfrm>
              <a:off x="946501" y="5897956"/>
              <a:ext cx="137953" cy="6744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4596"/>
                    <a:pt x="1490" y="9191"/>
                    <a:pt x="5214" y="13634"/>
                  </a:cubicBezTo>
                  <a:cubicBezTo>
                    <a:pt x="8193" y="15013"/>
                    <a:pt x="10428" y="16545"/>
                    <a:pt x="13407" y="17923"/>
                  </a:cubicBezTo>
                  <a:cubicBezTo>
                    <a:pt x="16386" y="19149"/>
                    <a:pt x="18621" y="20374"/>
                    <a:pt x="21600" y="21600"/>
                  </a:cubicBezTo>
                  <a:cubicBezTo>
                    <a:pt x="20855" y="21294"/>
                    <a:pt x="20855" y="20987"/>
                    <a:pt x="20110" y="20681"/>
                  </a:cubicBezTo>
                  <a:cubicBezTo>
                    <a:pt x="11917" y="15013"/>
                    <a:pt x="7448" y="9191"/>
                    <a:pt x="5959" y="3370"/>
                  </a:cubicBezTo>
                  <a:cubicBezTo>
                    <a:pt x="5214" y="2757"/>
                    <a:pt x="3724" y="2298"/>
                    <a:pt x="2979" y="1685"/>
                  </a:cubicBezTo>
                  <a:cubicBezTo>
                    <a:pt x="1490" y="1072"/>
                    <a:pt x="745" y="460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Freeform 37"/>
            <p:cNvSpPr/>
            <p:nvPr/>
          </p:nvSpPr>
          <p:spPr>
            <a:xfrm>
              <a:off x="946501" y="5773415"/>
              <a:ext cx="38321" cy="2280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1700"/>
                  </a:moveTo>
                  <a:cubicBezTo>
                    <a:pt x="2700" y="13050"/>
                    <a:pt x="5400" y="14850"/>
                    <a:pt x="10800" y="16650"/>
                  </a:cubicBezTo>
                  <a:cubicBezTo>
                    <a:pt x="13500" y="18450"/>
                    <a:pt x="18900" y="19800"/>
                    <a:pt x="21600" y="21600"/>
                  </a:cubicBezTo>
                  <a:cubicBezTo>
                    <a:pt x="18900" y="17100"/>
                    <a:pt x="18900" y="12600"/>
                    <a:pt x="18900" y="8550"/>
                  </a:cubicBezTo>
                  <a:cubicBezTo>
                    <a:pt x="13500" y="5400"/>
                    <a:pt x="8100" y="2700"/>
                    <a:pt x="0" y="0"/>
                  </a:cubicBezTo>
                  <a:cubicBezTo>
                    <a:pt x="0" y="450"/>
                    <a:pt x="0" y="1350"/>
                    <a:pt x="0" y="1800"/>
                  </a:cubicBezTo>
                  <a:cubicBezTo>
                    <a:pt x="0" y="4950"/>
                    <a:pt x="0" y="8550"/>
                    <a:pt x="0" y="117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Freeform 38"/>
            <p:cNvSpPr/>
            <p:nvPr/>
          </p:nvSpPr>
          <p:spPr>
            <a:xfrm>
              <a:off x="979074" y="6323307"/>
              <a:ext cx="210760" cy="5307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400" y="5449"/>
                  </a:moveTo>
                  <a:cubicBezTo>
                    <a:pt x="3436" y="3697"/>
                    <a:pt x="1964" y="1751"/>
                    <a:pt x="0" y="0"/>
                  </a:cubicBezTo>
                  <a:cubicBezTo>
                    <a:pt x="1473" y="3114"/>
                    <a:pt x="3436" y="6422"/>
                    <a:pt x="5400" y="9535"/>
                  </a:cubicBezTo>
                  <a:cubicBezTo>
                    <a:pt x="5891" y="10119"/>
                    <a:pt x="6382" y="10703"/>
                    <a:pt x="6873" y="11286"/>
                  </a:cubicBezTo>
                  <a:cubicBezTo>
                    <a:pt x="10800" y="14789"/>
                    <a:pt x="14727" y="18292"/>
                    <a:pt x="1914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182" y="17903"/>
                    <a:pt x="13745" y="14011"/>
                    <a:pt x="10800" y="10119"/>
                  </a:cubicBezTo>
                  <a:cubicBezTo>
                    <a:pt x="8836" y="8562"/>
                    <a:pt x="7364" y="7005"/>
                    <a:pt x="5400" y="544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230" name="Rectangle 6"/>
          <p:cNvSpPr/>
          <p:nvPr/>
        </p:nvSpPr>
        <p:spPr>
          <a:xfrm>
            <a:off x="-1" y="0"/>
            <a:ext cx="182882" cy="6858000"/>
          </a:xfrm>
          <a:prstGeom prst="rect">
            <a:avLst/>
          </a:prstGeom>
          <a:solidFill>
            <a:srgbClr val="766F5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1" name="Title Text"/>
          <p:cNvSpPr txBox="1">
            <a:spLocks noGrp="1"/>
          </p:cNvSpPr>
          <p:nvPr>
            <p:ph type="title"/>
          </p:nvPr>
        </p:nvSpPr>
        <p:spPr>
          <a:xfrm>
            <a:off x="2589211" y="609600"/>
            <a:ext cx="8915401" cy="3117040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23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589211" y="4354045"/>
            <a:ext cx="8915401" cy="1555865"/>
          </a:xfrm>
          <a:prstGeom prst="rect">
            <a:avLst/>
          </a:prstGeom>
        </p:spPr>
        <p:txBody>
          <a:bodyPr anchor="ctr"/>
          <a:lstStyle>
            <a:lvl1pPr marL="0" indent="0">
              <a:buClrTx/>
              <a:buSzTx/>
              <a:buNone/>
              <a:defRPr>
                <a:solidFill>
                  <a:srgbClr val="595959"/>
                </a:solidFill>
              </a:defRPr>
            </a:lvl1pPr>
            <a:lvl2pPr marL="0" indent="457200">
              <a:buClrTx/>
              <a:buSzTx/>
              <a:buNone/>
              <a:defRPr>
                <a:solidFill>
                  <a:srgbClr val="595959"/>
                </a:solidFill>
              </a:defRPr>
            </a:lvl2pPr>
            <a:lvl3pPr marL="0" indent="914400">
              <a:buClrTx/>
              <a:buSzTx/>
              <a:buNone/>
              <a:defRPr>
                <a:solidFill>
                  <a:srgbClr val="595959"/>
                </a:solidFill>
              </a:defRPr>
            </a:lvl3pPr>
            <a:lvl4pPr marL="0" indent="1371600">
              <a:buClrTx/>
              <a:buSzTx/>
              <a:buNone/>
              <a:defRPr>
                <a:solidFill>
                  <a:srgbClr val="595959"/>
                </a:solidFill>
              </a:defRPr>
            </a:lvl4pPr>
            <a:lvl5pPr marL="0" indent="1828800">
              <a:buClrTx/>
              <a:buSzTx/>
              <a:buNone/>
              <a:defRPr>
                <a:solidFill>
                  <a:srgbClr val="595959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3" name="Freeform 11"/>
          <p:cNvSpPr/>
          <p:nvPr/>
        </p:nvSpPr>
        <p:spPr>
          <a:xfrm flipV="1">
            <a:off x="-4189" y="3178175"/>
            <a:ext cx="1595613" cy="5072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8" h="21600" extrusionOk="0">
                <a:moveTo>
                  <a:pt x="21472" y="10154"/>
                </a:moveTo>
                <a:lnTo>
                  <a:pt x="18377" y="406"/>
                </a:lnTo>
                <a:cubicBezTo>
                  <a:pt x="18356" y="337"/>
                  <a:pt x="18331" y="272"/>
                  <a:pt x="18310" y="203"/>
                </a:cubicBezTo>
                <a:cubicBezTo>
                  <a:pt x="18247" y="0"/>
                  <a:pt x="18182" y="0"/>
                  <a:pt x="18117" y="0"/>
                </a:cubicBezTo>
                <a:lnTo>
                  <a:pt x="16891" y="0"/>
                </a:lnTo>
                <a:lnTo>
                  <a:pt x="0" y="151"/>
                </a:lnTo>
                <a:cubicBezTo>
                  <a:pt x="19" y="7301"/>
                  <a:pt x="39" y="14450"/>
                  <a:pt x="58" y="21600"/>
                </a:cubicBezTo>
                <a:lnTo>
                  <a:pt x="16891" y="21527"/>
                </a:lnTo>
                <a:lnTo>
                  <a:pt x="18117" y="21527"/>
                </a:lnTo>
                <a:cubicBezTo>
                  <a:pt x="18182" y="21527"/>
                  <a:pt x="18247" y="21324"/>
                  <a:pt x="18310" y="21324"/>
                </a:cubicBezTo>
                <a:cubicBezTo>
                  <a:pt x="18310" y="21120"/>
                  <a:pt x="18377" y="21120"/>
                  <a:pt x="18377" y="21120"/>
                </a:cubicBezTo>
                <a:lnTo>
                  <a:pt x="21472" y="11372"/>
                </a:lnTo>
                <a:cubicBezTo>
                  <a:pt x="21600" y="10966"/>
                  <a:pt x="21600" y="10560"/>
                  <a:pt x="21472" y="1015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925905" y="3228581"/>
            <a:ext cx="385675" cy="396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roup 22"/>
          <p:cNvGrpSpPr/>
          <p:nvPr/>
        </p:nvGrpSpPr>
        <p:grpSpPr>
          <a:xfrm>
            <a:off x="0" y="228599"/>
            <a:ext cx="2851518" cy="6638630"/>
            <a:chOff x="0" y="0"/>
            <a:chExt cx="2851516" cy="6638628"/>
          </a:xfrm>
        </p:grpSpPr>
        <p:sp>
          <p:nvSpPr>
            <p:cNvPr id="241" name="Freeform 11"/>
            <p:cNvSpPr/>
            <p:nvPr/>
          </p:nvSpPr>
          <p:spPr>
            <a:xfrm>
              <a:off x="-1" y="2346443"/>
              <a:ext cx="100643" cy="6262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19636" y="18582"/>
                    <a:pt x="18655" y="15724"/>
                    <a:pt x="16691" y="12706"/>
                  </a:cubicBezTo>
                  <a:cubicBezTo>
                    <a:pt x="10800" y="8576"/>
                    <a:pt x="5891" y="4288"/>
                    <a:pt x="0" y="0"/>
                  </a:cubicBezTo>
                  <a:cubicBezTo>
                    <a:pt x="0" y="5559"/>
                    <a:pt x="0" y="5559"/>
                    <a:pt x="0" y="5559"/>
                  </a:cubicBezTo>
                  <a:cubicBezTo>
                    <a:pt x="5891" y="10165"/>
                    <a:pt x="12764" y="14929"/>
                    <a:pt x="19636" y="19694"/>
                  </a:cubicBezTo>
                  <a:cubicBezTo>
                    <a:pt x="19636" y="20329"/>
                    <a:pt x="20618" y="20965"/>
                    <a:pt x="21600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Freeform 12"/>
            <p:cNvSpPr/>
            <p:nvPr/>
          </p:nvSpPr>
          <p:spPr>
            <a:xfrm>
              <a:off x="128598" y="2927929"/>
              <a:ext cx="646718" cy="23222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69" y="15000"/>
                  </a:moveTo>
                  <a:cubicBezTo>
                    <a:pt x="15891" y="17229"/>
                    <a:pt x="18514" y="19414"/>
                    <a:pt x="21446" y="21600"/>
                  </a:cubicBezTo>
                  <a:cubicBezTo>
                    <a:pt x="21446" y="21214"/>
                    <a:pt x="21446" y="20871"/>
                    <a:pt x="21600" y="20486"/>
                  </a:cubicBezTo>
                  <a:cubicBezTo>
                    <a:pt x="19131" y="18643"/>
                    <a:pt x="16817" y="16757"/>
                    <a:pt x="14657" y="14871"/>
                  </a:cubicBezTo>
                  <a:cubicBezTo>
                    <a:pt x="8949" y="9986"/>
                    <a:pt x="4166" y="5014"/>
                    <a:pt x="0" y="0"/>
                  </a:cubicBezTo>
                  <a:cubicBezTo>
                    <a:pt x="309" y="857"/>
                    <a:pt x="617" y="1757"/>
                    <a:pt x="926" y="2614"/>
                  </a:cubicBezTo>
                  <a:cubicBezTo>
                    <a:pt x="4629" y="6771"/>
                    <a:pt x="8640" y="10929"/>
                    <a:pt x="13269" y="150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Freeform 13"/>
            <p:cNvSpPr/>
            <p:nvPr/>
          </p:nvSpPr>
          <p:spPr>
            <a:xfrm>
              <a:off x="806998" y="5218460"/>
              <a:ext cx="609443" cy="14201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9" y="1543"/>
                  </a:moveTo>
                  <a:cubicBezTo>
                    <a:pt x="818" y="1052"/>
                    <a:pt x="327" y="561"/>
                    <a:pt x="0" y="0"/>
                  </a:cubicBezTo>
                  <a:cubicBezTo>
                    <a:pt x="0" y="701"/>
                    <a:pt x="0" y="1332"/>
                    <a:pt x="0" y="2034"/>
                  </a:cubicBezTo>
                  <a:cubicBezTo>
                    <a:pt x="3436" y="5961"/>
                    <a:pt x="7200" y="9818"/>
                    <a:pt x="11127" y="13605"/>
                  </a:cubicBezTo>
                  <a:cubicBezTo>
                    <a:pt x="13909" y="16270"/>
                    <a:pt x="17018" y="18935"/>
                    <a:pt x="20127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491" y="18865"/>
                    <a:pt x="15382" y="16130"/>
                    <a:pt x="12600" y="13325"/>
                  </a:cubicBezTo>
                  <a:cubicBezTo>
                    <a:pt x="8509" y="9468"/>
                    <a:pt x="4745" y="5540"/>
                    <a:pt x="1309" y="1543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44" name="Freeform 14"/>
            <p:cNvSpPr/>
            <p:nvPr/>
          </p:nvSpPr>
          <p:spPr>
            <a:xfrm>
              <a:off x="959824" y="6275198"/>
              <a:ext cx="171465" cy="3634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346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4011" y="14491"/>
                    <a:pt x="7005" y="7382"/>
                    <a:pt x="0" y="0"/>
                  </a:cubicBezTo>
                  <a:cubicBezTo>
                    <a:pt x="4670" y="7382"/>
                    <a:pt x="9924" y="14491"/>
                    <a:pt x="16346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45" name="Freeform 15"/>
            <p:cNvSpPr/>
            <p:nvPr/>
          </p:nvSpPr>
          <p:spPr>
            <a:xfrm>
              <a:off x="100641" y="2972659"/>
              <a:ext cx="821909" cy="3328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58" y="19745"/>
                  </a:moveTo>
                  <a:cubicBezTo>
                    <a:pt x="17596" y="18489"/>
                    <a:pt x="15775" y="17232"/>
                    <a:pt x="14076" y="15976"/>
                  </a:cubicBezTo>
                  <a:cubicBezTo>
                    <a:pt x="10193" y="13074"/>
                    <a:pt x="7160" y="10082"/>
                    <a:pt x="4854" y="7060"/>
                  </a:cubicBezTo>
                  <a:cubicBezTo>
                    <a:pt x="3519" y="5235"/>
                    <a:pt x="2427" y="3381"/>
                    <a:pt x="1456" y="1526"/>
                  </a:cubicBezTo>
                  <a:cubicBezTo>
                    <a:pt x="971" y="1017"/>
                    <a:pt x="485" y="509"/>
                    <a:pt x="0" y="0"/>
                  </a:cubicBezTo>
                  <a:cubicBezTo>
                    <a:pt x="971" y="2363"/>
                    <a:pt x="2306" y="4757"/>
                    <a:pt x="4004" y="7090"/>
                  </a:cubicBezTo>
                  <a:cubicBezTo>
                    <a:pt x="6189" y="10142"/>
                    <a:pt x="9222" y="13134"/>
                    <a:pt x="12984" y="16065"/>
                  </a:cubicBezTo>
                  <a:cubicBezTo>
                    <a:pt x="14926" y="17531"/>
                    <a:pt x="17110" y="18967"/>
                    <a:pt x="19416" y="20373"/>
                  </a:cubicBezTo>
                  <a:cubicBezTo>
                    <a:pt x="20144" y="20792"/>
                    <a:pt x="20872" y="21181"/>
                    <a:pt x="21600" y="21600"/>
                  </a:cubicBezTo>
                  <a:cubicBezTo>
                    <a:pt x="21357" y="21450"/>
                    <a:pt x="21236" y="21331"/>
                    <a:pt x="21115" y="21181"/>
                  </a:cubicBezTo>
                  <a:cubicBezTo>
                    <a:pt x="20508" y="20702"/>
                    <a:pt x="20022" y="20224"/>
                    <a:pt x="19658" y="19745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46" name="Freeform 16"/>
            <p:cNvSpPr/>
            <p:nvPr/>
          </p:nvSpPr>
          <p:spPr>
            <a:xfrm>
              <a:off x="26126" y="0"/>
              <a:ext cx="102473" cy="29279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35" h="21600" extrusionOk="0">
                  <a:moveTo>
                    <a:pt x="9565" y="19627"/>
                  </a:moveTo>
                  <a:cubicBezTo>
                    <a:pt x="10505" y="19763"/>
                    <a:pt x="10505" y="19899"/>
                    <a:pt x="10505" y="20035"/>
                  </a:cubicBezTo>
                  <a:cubicBezTo>
                    <a:pt x="13322" y="20511"/>
                    <a:pt x="17078" y="20988"/>
                    <a:pt x="19896" y="21498"/>
                  </a:cubicBezTo>
                  <a:cubicBezTo>
                    <a:pt x="19896" y="21532"/>
                    <a:pt x="19896" y="21566"/>
                    <a:pt x="20835" y="21600"/>
                  </a:cubicBezTo>
                  <a:cubicBezTo>
                    <a:pt x="18957" y="20920"/>
                    <a:pt x="17078" y="20273"/>
                    <a:pt x="15200" y="19593"/>
                  </a:cubicBezTo>
                  <a:cubicBezTo>
                    <a:pt x="7687" y="16123"/>
                    <a:pt x="3931" y="12654"/>
                    <a:pt x="3931" y="9150"/>
                  </a:cubicBezTo>
                  <a:cubicBezTo>
                    <a:pt x="4870" y="6089"/>
                    <a:pt x="7687" y="3061"/>
                    <a:pt x="13322" y="0"/>
                  </a:cubicBezTo>
                  <a:cubicBezTo>
                    <a:pt x="10505" y="0"/>
                    <a:pt x="10505" y="0"/>
                    <a:pt x="10505" y="0"/>
                  </a:cubicBezTo>
                  <a:cubicBezTo>
                    <a:pt x="3931" y="3027"/>
                    <a:pt x="1113" y="6089"/>
                    <a:pt x="174" y="9150"/>
                  </a:cubicBezTo>
                  <a:cubicBezTo>
                    <a:pt x="-765" y="12654"/>
                    <a:pt x="2052" y="16123"/>
                    <a:pt x="9565" y="19627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47" name="Freeform 17"/>
            <p:cNvSpPr/>
            <p:nvPr/>
          </p:nvSpPr>
          <p:spPr>
            <a:xfrm>
              <a:off x="78276" y="2715463"/>
              <a:ext cx="78278" cy="4938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2541" y="3836"/>
                    <a:pt x="3812" y="7469"/>
                    <a:pt x="6353" y="11305"/>
                  </a:cubicBezTo>
                  <a:cubicBezTo>
                    <a:pt x="11435" y="14736"/>
                    <a:pt x="16518" y="18168"/>
                    <a:pt x="21600" y="21600"/>
                  </a:cubicBezTo>
                  <a:cubicBezTo>
                    <a:pt x="19059" y="17563"/>
                    <a:pt x="16518" y="13323"/>
                    <a:pt x="13976" y="9286"/>
                  </a:cubicBezTo>
                  <a:cubicBezTo>
                    <a:pt x="12706" y="9084"/>
                    <a:pt x="12706" y="8882"/>
                    <a:pt x="12706" y="8680"/>
                  </a:cubicBezTo>
                  <a:cubicBezTo>
                    <a:pt x="8894" y="5652"/>
                    <a:pt x="3812" y="2826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48" name="Freeform 18"/>
            <p:cNvSpPr/>
            <p:nvPr/>
          </p:nvSpPr>
          <p:spPr>
            <a:xfrm>
              <a:off x="769723" y="5250144"/>
              <a:ext cx="190102" cy="1025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3016"/>
                    <a:pt x="1054" y="6032"/>
                    <a:pt x="2634" y="9049"/>
                  </a:cubicBezTo>
                  <a:cubicBezTo>
                    <a:pt x="4215" y="11384"/>
                    <a:pt x="6322" y="13816"/>
                    <a:pt x="8956" y="16151"/>
                  </a:cubicBezTo>
                  <a:cubicBezTo>
                    <a:pt x="10010" y="16735"/>
                    <a:pt x="11590" y="17319"/>
                    <a:pt x="12644" y="17903"/>
                  </a:cubicBezTo>
                  <a:cubicBezTo>
                    <a:pt x="15805" y="19168"/>
                    <a:pt x="18439" y="20335"/>
                    <a:pt x="21600" y="21600"/>
                  </a:cubicBezTo>
                  <a:cubicBezTo>
                    <a:pt x="21073" y="21308"/>
                    <a:pt x="20546" y="20919"/>
                    <a:pt x="20020" y="20627"/>
                  </a:cubicBezTo>
                  <a:cubicBezTo>
                    <a:pt x="13698" y="16735"/>
                    <a:pt x="9483" y="12843"/>
                    <a:pt x="6849" y="8951"/>
                  </a:cubicBezTo>
                  <a:cubicBezTo>
                    <a:pt x="5795" y="6616"/>
                    <a:pt x="4741" y="4378"/>
                    <a:pt x="4215" y="2141"/>
                  </a:cubicBezTo>
                  <a:cubicBezTo>
                    <a:pt x="4215" y="2043"/>
                    <a:pt x="3688" y="1946"/>
                    <a:pt x="3688" y="1751"/>
                  </a:cubicBezTo>
                  <a:cubicBezTo>
                    <a:pt x="2634" y="1168"/>
                    <a:pt x="1054" y="584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49" name="Freeform 19"/>
            <p:cNvSpPr/>
            <p:nvPr/>
          </p:nvSpPr>
          <p:spPr>
            <a:xfrm>
              <a:off x="775314" y="1170426"/>
              <a:ext cx="2076203" cy="40480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36" y="21010"/>
                  </a:moveTo>
                  <a:cubicBezTo>
                    <a:pt x="480" y="18992"/>
                    <a:pt x="1248" y="17000"/>
                    <a:pt x="2400" y="15081"/>
                  </a:cubicBezTo>
                  <a:cubicBezTo>
                    <a:pt x="3600" y="13162"/>
                    <a:pt x="5232" y="11317"/>
                    <a:pt x="7152" y="9545"/>
                  </a:cubicBezTo>
                  <a:cubicBezTo>
                    <a:pt x="9072" y="7774"/>
                    <a:pt x="11280" y="6101"/>
                    <a:pt x="13680" y="4502"/>
                  </a:cubicBezTo>
                  <a:cubicBezTo>
                    <a:pt x="14880" y="3715"/>
                    <a:pt x="16176" y="2928"/>
                    <a:pt x="17472" y="2190"/>
                  </a:cubicBezTo>
                  <a:cubicBezTo>
                    <a:pt x="18144" y="1821"/>
                    <a:pt x="18816" y="1427"/>
                    <a:pt x="19488" y="1082"/>
                  </a:cubicBezTo>
                  <a:cubicBezTo>
                    <a:pt x="20208" y="713"/>
                    <a:pt x="20880" y="369"/>
                    <a:pt x="21600" y="25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0832" y="344"/>
                    <a:pt x="20160" y="689"/>
                    <a:pt x="19440" y="1058"/>
                  </a:cubicBezTo>
                  <a:cubicBezTo>
                    <a:pt x="18768" y="1402"/>
                    <a:pt x="18096" y="1771"/>
                    <a:pt x="17424" y="2165"/>
                  </a:cubicBezTo>
                  <a:cubicBezTo>
                    <a:pt x="16080" y="2903"/>
                    <a:pt x="14784" y="3666"/>
                    <a:pt x="13584" y="4453"/>
                  </a:cubicBezTo>
                  <a:cubicBezTo>
                    <a:pt x="11136" y="6052"/>
                    <a:pt x="8880" y="7725"/>
                    <a:pt x="6960" y="9496"/>
                  </a:cubicBezTo>
                  <a:cubicBezTo>
                    <a:pt x="4992" y="11243"/>
                    <a:pt x="3360" y="13113"/>
                    <a:pt x="2160" y="15031"/>
                  </a:cubicBezTo>
                  <a:cubicBezTo>
                    <a:pt x="912" y="16975"/>
                    <a:pt x="144" y="18968"/>
                    <a:pt x="0" y="21010"/>
                  </a:cubicBezTo>
                  <a:cubicBezTo>
                    <a:pt x="0" y="21059"/>
                    <a:pt x="0" y="21083"/>
                    <a:pt x="0" y="21133"/>
                  </a:cubicBezTo>
                  <a:cubicBezTo>
                    <a:pt x="96" y="21280"/>
                    <a:pt x="192" y="21452"/>
                    <a:pt x="336" y="21600"/>
                  </a:cubicBezTo>
                  <a:cubicBezTo>
                    <a:pt x="336" y="21403"/>
                    <a:pt x="336" y="21206"/>
                    <a:pt x="336" y="2101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50" name="Freeform 20"/>
            <p:cNvSpPr/>
            <p:nvPr/>
          </p:nvSpPr>
          <p:spPr>
            <a:xfrm>
              <a:off x="922549" y="6301291"/>
              <a:ext cx="162147" cy="337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320" y="7101"/>
                    <a:pt x="9874" y="14499"/>
                    <a:pt x="1604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4194" y="14499"/>
                    <a:pt x="6789" y="7101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51" name="Freeform 21"/>
            <p:cNvSpPr/>
            <p:nvPr/>
          </p:nvSpPr>
          <p:spPr>
            <a:xfrm>
              <a:off x="769723" y="5130865"/>
              <a:ext cx="37276" cy="221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0" y="19800"/>
                  </a:moveTo>
                  <a:cubicBezTo>
                    <a:pt x="18900" y="20700"/>
                    <a:pt x="21600" y="21150"/>
                    <a:pt x="21600" y="21600"/>
                  </a:cubicBezTo>
                  <a:cubicBezTo>
                    <a:pt x="21600" y="17100"/>
                    <a:pt x="21600" y="13050"/>
                    <a:pt x="21600" y="8550"/>
                  </a:cubicBezTo>
                  <a:cubicBezTo>
                    <a:pt x="13500" y="5850"/>
                    <a:pt x="8100" y="2700"/>
                    <a:pt x="2700" y="0"/>
                  </a:cubicBezTo>
                  <a:cubicBezTo>
                    <a:pt x="0" y="4050"/>
                    <a:pt x="0" y="7650"/>
                    <a:pt x="0" y="11700"/>
                  </a:cubicBezTo>
                  <a:cubicBezTo>
                    <a:pt x="5400" y="14400"/>
                    <a:pt x="13500" y="17100"/>
                    <a:pt x="18900" y="198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52" name="Freeform 22"/>
            <p:cNvSpPr/>
            <p:nvPr/>
          </p:nvSpPr>
          <p:spPr>
            <a:xfrm>
              <a:off x="849863" y="6016139"/>
              <a:ext cx="238559" cy="622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08" y="2880"/>
                  </a:moveTo>
                  <a:cubicBezTo>
                    <a:pt x="2077" y="1920"/>
                    <a:pt x="831" y="960"/>
                    <a:pt x="0" y="0"/>
                  </a:cubicBezTo>
                  <a:cubicBezTo>
                    <a:pt x="1246" y="2560"/>
                    <a:pt x="2908" y="5120"/>
                    <a:pt x="4985" y="7680"/>
                  </a:cubicBezTo>
                  <a:cubicBezTo>
                    <a:pt x="5400" y="8480"/>
                    <a:pt x="5815" y="9120"/>
                    <a:pt x="6646" y="9920"/>
                  </a:cubicBezTo>
                  <a:cubicBezTo>
                    <a:pt x="11215" y="13760"/>
                    <a:pt x="16200" y="17760"/>
                    <a:pt x="2118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031" y="17440"/>
                    <a:pt x="13292" y="13280"/>
                    <a:pt x="9969" y="8960"/>
                  </a:cubicBezTo>
                  <a:cubicBezTo>
                    <a:pt x="7477" y="6880"/>
                    <a:pt x="5400" y="4960"/>
                    <a:pt x="2908" y="288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266" name="Group 9"/>
          <p:cNvGrpSpPr/>
          <p:nvPr/>
        </p:nvGrpSpPr>
        <p:grpSpPr>
          <a:xfrm>
            <a:off x="27221" y="-786"/>
            <a:ext cx="2356674" cy="6854040"/>
            <a:chOff x="0" y="0"/>
            <a:chExt cx="2356673" cy="6854039"/>
          </a:xfrm>
        </p:grpSpPr>
        <p:sp>
          <p:nvSpPr>
            <p:cNvPr id="254" name="Freeform 27"/>
            <p:cNvSpPr/>
            <p:nvPr/>
          </p:nvSpPr>
          <p:spPr>
            <a:xfrm>
              <a:off x="0" y="-1"/>
              <a:ext cx="494327" cy="4401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8" y="4930"/>
                  </a:moveTo>
                  <a:cubicBezTo>
                    <a:pt x="2307" y="6762"/>
                    <a:pt x="3565" y="8617"/>
                    <a:pt x="5452" y="10448"/>
                  </a:cubicBezTo>
                  <a:cubicBezTo>
                    <a:pt x="7130" y="12279"/>
                    <a:pt x="9227" y="14110"/>
                    <a:pt x="11953" y="15942"/>
                  </a:cubicBezTo>
                  <a:cubicBezTo>
                    <a:pt x="14470" y="17773"/>
                    <a:pt x="17616" y="19581"/>
                    <a:pt x="21181" y="21389"/>
                  </a:cubicBezTo>
                  <a:cubicBezTo>
                    <a:pt x="21390" y="21459"/>
                    <a:pt x="21600" y="21530"/>
                    <a:pt x="21600" y="21600"/>
                  </a:cubicBezTo>
                  <a:cubicBezTo>
                    <a:pt x="21390" y="21248"/>
                    <a:pt x="20971" y="20872"/>
                    <a:pt x="20761" y="20520"/>
                  </a:cubicBezTo>
                  <a:cubicBezTo>
                    <a:pt x="20761" y="20450"/>
                    <a:pt x="20761" y="20379"/>
                    <a:pt x="20761" y="20332"/>
                  </a:cubicBezTo>
                  <a:cubicBezTo>
                    <a:pt x="17825" y="18853"/>
                    <a:pt x="15309" y="17397"/>
                    <a:pt x="13212" y="15918"/>
                  </a:cubicBezTo>
                  <a:cubicBezTo>
                    <a:pt x="10485" y="14087"/>
                    <a:pt x="8179" y="12279"/>
                    <a:pt x="6291" y="10424"/>
                  </a:cubicBezTo>
                  <a:cubicBezTo>
                    <a:pt x="4404" y="8593"/>
                    <a:pt x="2936" y="6762"/>
                    <a:pt x="1887" y="4907"/>
                  </a:cubicBezTo>
                  <a:cubicBezTo>
                    <a:pt x="1468" y="3991"/>
                    <a:pt x="1049" y="3076"/>
                    <a:pt x="629" y="2160"/>
                  </a:cubicBezTo>
                  <a:cubicBezTo>
                    <a:pt x="419" y="1432"/>
                    <a:pt x="210" y="728"/>
                    <a:pt x="2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28"/>
                    <a:pt x="210" y="1432"/>
                    <a:pt x="210" y="2160"/>
                  </a:cubicBezTo>
                  <a:cubicBezTo>
                    <a:pt x="629" y="3076"/>
                    <a:pt x="839" y="3991"/>
                    <a:pt x="1468" y="49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55" name="Freeform 28"/>
            <p:cNvSpPr/>
            <p:nvPr/>
          </p:nvSpPr>
          <p:spPr>
            <a:xfrm>
              <a:off x="523067" y="4317258"/>
              <a:ext cx="423436" cy="1580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09" y="14989"/>
                  </a:moveTo>
                  <a:cubicBezTo>
                    <a:pt x="15709" y="17215"/>
                    <a:pt x="18409" y="19440"/>
                    <a:pt x="21600" y="21600"/>
                  </a:cubicBezTo>
                  <a:cubicBezTo>
                    <a:pt x="21600" y="21142"/>
                    <a:pt x="21600" y="20618"/>
                    <a:pt x="21600" y="20160"/>
                  </a:cubicBezTo>
                  <a:cubicBezTo>
                    <a:pt x="21600" y="20095"/>
                    <a:pt x="21600" y="19964"/>
                    <a:pt x="21600" y="19898"/>
                  </a:cubicBezTo>
                  <a:cubicBezTo>
                    <a:pt x="19391" y="18196"/>
                    <a:pt x="17182" y="16495"/>
                    <a:pt x="15218" y="14793"/>
                  </a:cubicBezTo>
                  <a:cubicBezTo>
                    <a:pt x="9327" y="9949"/>
                    <a:pt x="4173" y="4975"/>
                    <a:pt x="0" y="0"/>
                  </a:cubicBezTo>
                  <a:cubicBezTo>
                    <a:pt x="491" y="1375"/>
                    <a:pt x="982" y="2749"/>
                    <a:pt x="1718" y="4124"/>
                  </a:cubicBezTo>
                  <a:cubicBezTo>
                    <a:pt x="5155" y="7789"/>
                    <a:pt x="8836" y="11389"/>
                    <a:pt x="13009" y="1498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56" name="Freeform 29"/>
            <p:cNvSpPr/>
            <p:nvPr/>
          </p:nvSpPr>
          <p:spPr>
            <a:xfrm>
              <a:off x="979074" y="5863468"/>
              <a:ext cx="431100" cy="990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" y="1565"/>
                  </a:moveTo>
                  <a:cubicBezTo>
                    <a:pt x="960" y="1043"/>
                    <a:pt x="480" y="522"/>
                    <a:pt x="0" y="0"/>
                  </a:cubicBezTo>
                  <a:cubicBezTo>
                    <a:pt x="0" y="939"/>
                    <a:pt x="0" y="1983"/>
                    <a:pt x="240" y="3026"/>
                  </a:cubicBezTo>
                  <a:cubicBezTo>
                    <a:pt x="3360" y="6470"/>
                    <a:pt x="6480" y="9913"/>
                    <a:pt x="10080" y="13252"/>
                  </a:cubicBezTo>
                  <a:cubicBezTo>
                    <a:pt x="12960" y="16070"/>
                    <a:pt x="16080" y="18887"/>
                    <a:pt x="1920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240" y="18783"/>
                    <a:pt x="15120" y="15861"/>
                    <a:pt x="12000" y="12835"/>
                  </a:cubicBezTo>
                  <a:cubicBezTo>
                    <a:pt x="8160" y="9183"/>
                    <a:pt x="4800" y="5322"/>
                    <a:pt x="1440" y="1565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57" name="Freeform 30"/>
            <p:cNvSpPr/>
            <p:nvPr/>
          </p:nvSpPr>
          <p:spPr>
            <a:xfrm>
              <a:off x="494326" y="4365158"/>
              <a:ext cx="551808" cy="2235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70" y="18917"/>
                  </a:moveTo>
                  <a:cubicBezTo>
                    <a:pt x="17468" y="17946"/>
                    <a:pt x="15965" y="16928"/>
                    <a:pt x="14650" y="15911"/>
                  </a:cubicBezTo>
                  <a:cubicBezTo>
                    <a:pt x="10706" y="12997"/>
                    <a:pt x="7701" y="9991"/>
                    <a:pt x="5447" y="6984"/>
                  </a:cubicBezTo>
                  <a:cubicBezTo>
                    <a:pt x="4132" y="5504"/>
                    <a:pt x="3193" y="3978"/>
                    <a:pt x="2442" y="2451"/>
                  </a:cubicBezTo>
                  <a:cubicBezTo>
                    <a:pt x="1690" y="1619"/>
                    <a:pt x="751" y="833"/>
                    <a:pt x="0" y="0"/>
                  </a:cubicBezTo>
                  <a:cubicBezTo>
                    <a:pt x="939" y="2359"/>
                    <a:pt x="2254" y="4718"/>
                    <a:pt x="3944" y="7030"/>
                  </a:cubicBezTo>
                  <a:cubicBezTo>
                    <a:pt x="6198" y="10083"/>
                    <a:pt x="9203" y="13090"/>
                    <a:pt x="12960" y="16050"/>
                  </a:cubicBezTo>
                  <a:cubicBezTo>
                    <a:pt x="14838" y="17484"/>
                    <a:pt x="16904" y="18964"/>
                    <a:pt x="19346" y="20397"/>
                  </a:cubicBezTo>
                  <a:cubicBezTo>
                    <a:pt x="20097" y="20767"/>
                    <a:pt x="20849" y="21184"/>
                    <a:pt x="21600" y="21600"/>
                  </a:cubicBezTo>
                  <a:cubicBezTo>
                    <a:pt x="21412" y="21461"/>
                    <a:pt x="21224" y="21322"/>
                    <a:pt x="21037" y="21184"/>
                  </a:cubicBezTo>
                  <a:cubicBezTo>
                    <a:pt x="20285" y="20444"/>
                    <a:pt x="19534" y="19657"/>
                    <a:pt x="18970" y="18917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58" name="Freeform 31"/>
            <p:cNvSpPr/>
            <p:nvPr/>
          </p:nvSpPr>
          <p:spPr>
            <a:xfrm>
              <a:off x="444311" y="1289983"/>
              <a:ext cx="170725" cy="3027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0" h="21600" extrusionOk="0">
                  <a:moveTo>
                    <a:pt x="9750" y="21600"/>
                  </a:moveTo>
                  <a:cubicBezTo>
                    <a:pt x="8550" y="21191"/>
                    <a:pt x="7950" y="20781"/>
                    <a:pt x="7350" y="20372"/>
                  </a:cubicBezTo>
                  <a:cubicBezTo>
                    <a:pt x="4350" y="18085"/>
                    <a:pt x="2550" y="15833"/>
                    <a:pt x="2550" y="13581"/>
                  </a:cubicBezTo>
                  <a:cubicBezTo>
                    <a:pt x="2550" y="11295"/>
                    <a:pt x="4350" y="9043"/>
                    <a:pt x="7350" y="6756"/>
                  </a:cubicBezTo>
                  <a:cubicBezTo>
                    <a:pt x="8550" y="5630"/>
                    <a:pt x="10350" y="4504"/>
                    <a:pt x="12750" y="3378"/>
                  </a:cubicBezTo>
                  <a:cubicBezTo>
                    <a:pt x="15150" y="2252"/>
                    <a:pt x="17550" y="1126"/>
                    <a:pt x="21150" y="0"/>
                  </a:cubicBezTo>
                  <a:cubicBezTo>
                    <a:pt x="20550" y="0"/>
                    <a:pt x="20550" y="0"/>
                    <a:pt x="20550" y="0"/>
                  </a:cubicBezTo>
                  <a:cubicBezTo>
                    <a:pt x="16950" y="1126"/>
                    <a:pt x="13950" y="2252"/>
                    <a:pt x="11550" y="3378"/>
                  </a:cubicBezTo>
                  <a:cubicBezTo>
                    <a:pt x="9150" y="4504"/>
                    <a:pt x="7350" y="5630"/>
                    <a:pt x="5550" y="6756"/>
                  </a:cubicBezTo>
                  <a:cubicBezTo>
                    <a:pt x="1950" y="9009"/>
                    <a:pt x="150" y="11295"/>
                    <a:pt x="150" y="13581"/>
                  </a:cubicBezTo>
                  <a:cubicBezTo>
                    <a:pt x="-450" y="15731"/>
                    <a:pt x="750" y="17915"/>
                    <a:pt x="3750" y="20099"/>
                  </a:cubicBezTo>
                  <a:cubicBezTo>
                    <a:pt x="5550" y="20576"/>
                    <a:pt x="7350" y="21088"/>
                    <a:pt x="9150" y="21566"/>
                  </a:cubicBezTo>
                  <a:cubicBezTo>
                    <a:pt x="9150" y="21566"/>
                    <a:pt x="9750" y="21600"/>
                    <a:pt x="9750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59" name="Freeform 32"/>
            <p:cNvSpPr/>
            <p:nvPr/>
          </p:nvSpPr>
          <p:spPr>
            <a:xfrm>
              <a:off x="1084453" y="6572386"/>
              <a:ext cx="134120" cy="2816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71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86" y="14644"/>
                    <a:pt x="6943" y="7322"/>
                    <a:pt x="0" y="0"/>
                  </a:cubicBezTo>
                  <a:cubicBezTo>
                    <a:pt x="4629" y="7322"/>
                    <a:pt x="10029" y="14644"/>
                    <a:pt x="16971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60" name="Freeform 33"/>
            <p:cNvSpPr/>
            <p:nvPr/>
          </p:nvSpPr>
          <p:spPr>
            <a:xfrm>
              <a:off x="475166" y="4108415"/>
              <a:ext cx="82390" cy="5115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82" y="10901"/>
                  </a:moveTo>
                  <a:cubicBezTo>
                    <a:pt x="10165" y="14535"/>
                    <a:pt x="16518" y="17966"/>
                    <a:pt x="21600" y="21600"/>
                  </a:cubicBezTo>
                  <a:cubicBezTo>
                    <a:pt x="17788" y="17361"/>
                    <a:pt x="15247" y="13121"/>
                    <a:pt x="12706" y="8882"/>
                  </a:cubicBezTo>
                  <a:cubicBezTo>
                    <a:pt x="12706" y="8882"/>
                    <a:pt x="11435" y="8680"/>
                    <a:pt x="11435" y="8680"/>
                  </a:cubicBezTo>
                  <a:cubicBezTo>
                    <a:pt x="7624" y="5854"/>
                    <a:pt x="3812" y="2826"/>
                    <a:pt x="0" y="0"/>
                  </a:cubicBezTo>
                  <a:cubicBezTo>
                    <a:pt x="0" y="404"/>
                    <a:pt x="0" y="1009"/>
                    <a:pt x="0" y="1615"/>
                  </a:cubicBezTo>
                  <a:cubicBezTo>
                    <a:pt x="1271" y="4643"/>
                    <a:pt x="3812" y="7873"/>
                    <a:pt x="5082" y="10901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61" name="Freeform 34"/>
            <p:cNvSpPr/>
            <p:nvPr/>
          </p:nvSpPr>
          <p:spPr>
            <a:xfrm>
              <a:off x="946501" y="3146585"/>
              <a:ext cx="1410173" cy="27168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" y="21030"/>
                  </a:moveTo>
                  <a:cubicBezTo>
                    <a:pt x="661" y="19052"/>
                    <a:pt x="1396" y="17037"/>
                    <a:pt x="2571" y="15097"/>
                  </a:cubicBezTo>
                  <a:cubicBezTo>
                    <a:pt x="3747" y="13196"/>
                    <a:pt x="5363" y="11332"/>
                    <a:pt x="7273" y="9583"/>
                  </a:cubicBezTo>
                  <a:cubicBezTo>
                    <a:pt x="9110" y="7796"/>
                    <a:pt x="11314" y="6123"/>
                    <a:pt x="13739" y="4525"/>
                  </a:cubicBezTo>
                  <a:cubicBezTo>
                    <a:pt x="14914" y="3727"/>
                    <a:pt x="16163" y="2928"/>
                    <a:pt x="17486" y="2206"/>
                  </a:cubicBezTo>
                  <a:cubicBezTo>
                    <a:pt x="18147" y="1825"/>
                    <a:pt x="18808" y="1445"/>
                    <a:pt x="19469" y="1065"/>
                  </a:cubicBezTo>
                  <a:cubicBezTo>
                    <a:pt x="20131" y="723"/>
                    <a:pt x="20865" y="342"/>
                    <a:pt x="21600" y="0"/>
                  </a:cubicBezTo>
                  <a:cubicBezTo>
                    <a:pt x="21527" y="0"/>
                    <a:pt x="21527" y="0"/>
                    <a:pt x="21527" y="0"/>
                  </a:cubicBezTo>
                  <a:cubicBezTo>
                    <a:pt x="20792" y="342"/>
                    <a:pt x="20057" y="685"/>
                    <a:pt x="19396" y="1027"/>
                  </a:cubicBezTo>
                  <a:cubicBezTo>
                    <a:pt x="18735" y="1407"/>
                    <a:pt x="18073" y="1787"/>
                    <a:pt x="17412" y="2130"/>
                  </a:cubicBezTo>
                  <a:cubicBezTo>
                    <a:pt x="16016" y="2890"/>
                    <a:pt x="14767" y="3651"/>
                    <a:pt x="13592" y="4449"/>
                  </a:cubicBezTo>
                  <a:cubicBezTo>
                    <a:pt x="11094" y="6046"/>
                    <a:pt x="8890" y="7720"/>
                    <a:pt x="6980" y="9469"/>
                  </a:cubicBezTo>
                  <a:cubicBezTo>
                    <a:pt x="4996" y="11256"/>
                    <a:pt x="3380" y="13120"/>
                    <a:pt x="2204" y="15059"/>
                  </a:cubicBezTo>
                  <a:cubicBezTo>
                    <a:pt x="955" y="16923"/>
                    <a:pt x="220" y="18900"/>
                    <a:pt x="0" y="20877"/>
                  </a:cubicBezTo>
                  <a:cubicBezTo>
                    <a:pt x="220" y="21106"/>
                    <a:pt x="367" y="21334"/>
                    <a:pt x="514" y="21600"/>
                  </a:cubicBezTo>
                  <a:cubicBezTo>
                    <a:pt x="514" y="21410"/>
                    <a:pt x="514" y="21220"/>
                    <a:pt x="588" y="210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62" name="Freeform 35"/>
            <p:cNvSpPr/>
            <p:nvPr/>
          </p:nvSpPr>
          <p:spPr>
            <a:xfrm>
              <a:off x="1046133" y="6601126"/>
              <a:ext cx="120709" cy="2529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320" y="7336"/>
                    <a:pt x="10368" y="14672"/>
                    <a:pt x="1641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24" y="14672"/>
                    <a:pt x="6912" y="7336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63" name="Freeform 36"/>
            <p:cNvSpPr/>
            <p:nvPr/>
          </p:nvSpPr>
          <p:spPr>
            <a:xfrm>
              <a:off x="946501" y="5897956"/>
              <a:ext cx="137953" cy="6744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4596"/>
                    <a:pt x="1490" y="9191"/>
                    <a:pt x="5214" y="13634"/>
                  </a:cubicBezTo>
                  <a:cubicBezTo>
                    <a:pt x="8193" y="15013"/>
                    <a:pt x="10428" y="16545"/>
                    <a:pt x="13407" y="17923"/>
                  </a:cubicBezTo>
                  <a:cubicBezTo>
                    <a:pt x="16386" y="19149"/>
                    <a:pt x="18621" y="20374"/>
                    <a:pt x="21600" y="21600"/>
                  </a:cubicBezTo>
                  <a:cubicBezTo>
                    <a:pt x="20855" y="21294"/>
                    <a:pt x="20855" y="20987"/>
                    <a:pt x="20110" y="20681"/>
                  </a:cubicBezTo>
                  <a:cubicBezTo>
                    <a:pt x="11917" y="15013"/>
                    <a:pt x="7448" y="9191"/>
                    <a:pt x="5959" y="3370"/>
                  </a:cubicBezTo>
                  <a:cubicBezTo>
                    <a:pt x="5214" y="2757"/>
                    <a:pt x="3724" y="2298"/>
                    <a:pt x="2979" y="1685"/>
                  </a:cubicBezTo>
                  <a:cubicBezTo>
                    <a:pt x="1490" y="1072"/>
                    <a:pt x="745" y="460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64" name="Freeform 37"/>
            <p:cNvSpPr/>
            <p:nvPr/>
          </p:nvSpPr>
          <p:spPr>
            <a:xfrm>
              <a:off x="946501" y="5773415"/>
              <a:ext cx="38321" cy="2280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1700"/>
                  </a:moveTo>
                  <a:cubicBezTo>
                    <a:pt x="2700" y="13050"/>
                    <a:pt x="5400" y="14850"/>
                    <a:pt x="10800" y="16650"/>
                  </a:cubicBezTo>
                  <a:cubicBezTo>
                    <a:pt x="13500" y="18450"/>
                    <a:pt x="18900" y="19800"/>
                    <a:pt x="21600" y="21600"/>
                  </a:cubicBezTo>
                  <a:cubicBezTo>
                    <a:pt x="18900" y="17100"/>
                    <a:pt x="18900" y="12600"/>
                    <a:pt x="18900" y="8550"/>
                  </a:cubicBezTo>
                  <a:cubicBezTo>
                    <a:pt x="13500" y="5400"/>
                    <a:pt x="8100" y="2700"/>
                    <a:pt x="0" y="0"/>
                  </a:cubicBezTo>
                  <a:cubicBezTo>
                    <a:pt x="0" y="450"/>
                    <a:pt x="0" y="1350"/>
                    <a:pt x="0" y="1800"/>
                  </a:cubicBezTo>
                  <a:cubicBezTo>
                    <a:pt x="0" y="4950"/>
                    <a:pt x="0" y="8550"/>
                    <a:pt x="0" y="117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65" name="Freeform 38"/>
            <p:cNvSpPr/>
            <p:nvPr/>
          </p:nvSpPr>
          <p:spPr>
            <a:xfrm>
              <a:off x="979074" y="6323307"/>
              <a:ext cx="210760" cy="5307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400" y="5449"/>
                  </a:moveTo>
                  <a:cubicBezTo>
                    <a:pt x="3436" y="3697"/>
                    <a:pt x="1964" y="1751"/>
                    <a:pt x="0" y="0"/>
                  </a:cubicBezTo>
                  <a:cubicBezTo>
                    <a:pt x="1473" y="3114"/>
                    <a:pt x="3436" y="6422"/>
                    <a:pt x="5400" y="9535"/>
                  </a:cubicBezTo>
                  <a:cubicBezTo>
                    <a:pt x="5891" y="10119"/>
                    <a:pt x="6382" y="10703"/>
                    <a:pt x="6873" y="11286"/>
                  </a:cubicBezTo>
                  <a:cubicBezTo>
                    <a:pt x="10800" y="14789"/>
                    <a:pt x="14727" y="18292"/>
                    <a:pt x="1914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182" y="17903"/>
                    <a:pt x="13745" y="14011"/>
                    <a:pt x="10800" y="10119"/>
                  </a:cubicBezTo>
                  <a:cubicBezTo>
                    <a:pt x="8836" y="8562"/>
                    <a:pt x="7364" y="7005"/>
                    <a:pt x="5400" y="544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267" name="Rectangle 6"/>
          <p:cNvSpPr/>
          <p:nvPr/>
        </p:nvSpPr>
        <p:spPr>
          <a:xfrm>
            <a:off x="-1" y="0"/>
            <a:ext cx="182882" cy="6858000"/>
          </a:xfrm>
          <a:prstGeom prst="rect">
            <a:avLst/>
          </a:prstGeom>
          <a:solidFill>
            <a:srgbClr val="766F5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8" name="Title Text"/>
          <p:cNvSpPr txBox="1">
            <a:spLocks noGrp="1"/>
          </p:cNvSpPr>
          <p:nvPr>
            <p:ph type="title"/>
          </p:nvPr>
        </p:nvSpPr>
        <p:spPr>
          <a:xfrm>
            <a:off x="2849948" y="609600"/>
            <a:ext cx="8393927" cy="2895600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26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275012" y="3505200"/>
            <a:ext cx="7536555" cy="381000"/>
          </a:xfrm>
          <a:prstGeom prst="rect">
            <a:avLst/>
          </a:prstGeom>
        </p:spPr>
        <p:txBody>
          <a:bodyPr anchor="ctr"/>
          <a:lstStyle>
            <a:lvl1pPr marL="0" indent="0">
              <a:buClrTx/>
              <a:buSzTx/>
              <a:buNone/>
              <a:defRPr sz="1600">
                <a:solidFill>
                  <a:srgbClr val="808080"/>
                </a:solidFill>
              </a:defRPr>
            </a:lvl1pPr>
            <a:lvl2pPr marL="0" indent="457200">
              <a:buClrTx/>
              <a:buSzTx/>
              <a:buNone/>
              <a:defRPr sz="1600">
                <a:solidFill>
                  <a:srgbClr val="808080"/>
                </a:solidFill>
              </a:defRPr>
            </a:lvl2pPr>
            <a:lvl3pPr marL="0" indent="914400">
              <a:buClrTx/>
              <a:buSzTx/>
              <a:buNone/>
              <a:defRPr sz="1600">
                <a:solidFill>
                  <a:srgbClr val="808080"/>
                </a:solidFill>
              </a:defRPr>
            </a:lvl3pPr>
            <a:lvl4pPr marL="0" indent="1371600">
              <a:buClrTx/>
              <a:buSzTx/>
              <a:buNone/>
              <a:defRPr sz="1600">
                <a:solidFill>
                  <a:srgbClr val="808080"/>
                </a:solidFill>
              </a:defRPr>
            </a:lvl4pPr>
            <a:lvl5pPr marL="0" indent="1828800">
              <a:buClrTx/>
              <a:buSzTx/>
              <a:buNone/>
              <a:defRPr sz="1600">
                <a:solidFill>
                  <a:srgbClr val="80808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0" name="Text Placeholder 2"/>
          <p:cNvSpPr>
            <a:spLocks noGrp="1"/>
          </p:cNvSpPr>
          <p:nvPr>
            <p:ph type="body" sz="quarter" idx="21"/>
          </p:nvPr>
        </p:nvSpPr>
        <p:spPr>
          <a:xfrm>
            <a:off x="2589211" y="4354045"/>
            <a:ext cx="8915401" cy="1555865"/>
          </a:xfrm>
          <a:prstGeom prst="rect">
            <a:avLst/>
          </a:prstGeom>
        </p:spPr>
        <p:txBody>
          <a:bodyPr anchor="ctr"/>
          <a:lstStyle/>
          <a:p>
            <a:pPr marL="0" indent="0">
              <a:buClrTx/>
              <a:buSzTx/>
              <a:buNone/>
              <a:defRPr>
                <a:solidFill>
                  <a:srgbClr val="595959"/>
                </a:solidFill>
              </a:defRPr>
            </a:pPr>
            <a:endParaRPr/>
          </a:p>
        </p:txBody>
      </p:sp>
      <p:sp>
        <p:nvSpPr>
          <p:cNvPr id="271" name="Freeform 11"/>
          <p:cNvSpPr/>
          <p:nvPr/>
        </p:nvSpPr>
        <p:spPr>
          <a:xfrm flipV="1">
            <a:off x="-4189" y="3178175"/>
            <a:ext cx="1595613" cy="5072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8" h="21600" extrusionOk="0">
                <a:moveTo>
                  <a:pt x="21472" y="10154"/>
                </a:moveTo>
                <a:lnTo>
                  <a:pt x="18377" y="406"/>
                </a:lnTo>
                <a:cubicBezTo>
                  <a:pt x="18356" y="337"/>
                  <a:pt x="18331" y="272"/>
                  <a:pt x="18310" y="203"/>
                </a:cubicBezTo>
                <a:cubicBezTo>
                  <a:pt x="18247" y="0"/>
                  <a:pt x="18182" y="0"/>
                  <a:pt x="18117" y="0"/>
                </a:cubicBezTo>
                <a:lnTo>
                  <a:pt x="16891" y="0"/>
                </a:lnTo>
                <a:lnTo>
                  <a:pt x="0" y="151"/>
                </a:lnTo>
                <a:cubicBezTo>
                  <a:pt x="19" y="7301"/>
                  <a:pt x="39" y="14450"/>
                  <a:pt x="58" y="21600"/>
                </a:cubicBezTo>
                <a:lnTo>
                  <a:pt x="16891" y="21527"/>
                </a:lnTo>
                <a:lnTo>
                  <a:pt x="18117" y="21527"/>
                </a:lnTo>
                <a:cubicBezTo>
                  <a:pt x="18182" y="21527"/>
                  <a:pt x="18247" y="21324"/>
                  <a:pt x="18310" y="21324"/>
                </a:cubicBezTo>
                <a:cubicBezTo>
                  <a:pt x="18310" y="21120"/>
                  <a:pt x="18377" y="21120"/>
                  <a:pt x="18377" y="21120"/>
                </a:cubicBezTo>
                <a:lnTo>
                  <a:pt x="21472" y="11372"/>
                </a:lnTo>
                <a:cubicBezTo>
                  <a:pt x="21600" y="10966"/>
                  <a:pt x="21600" y="10560"/>
                  <a:pt x="21472" y="1015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2" name="TextBox 13"/>
          <p:cNvSpPr txBox="1"/>
          <p:nvPr/>
        </p:nvSpPr>
        <p:spPr>
          <a:xfrm>
            <a:off x="2513372" y="327092"/>
            <a:ext cx="518161" cy="1226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“</a:t>
            </a:r>
          </a:p>
        </p:txBody>
      </p:sp>
      <p:sp>
        <p:nvSpPr>
          <p:cNvPr id="273" name="TextBox 14"/>
          <p:cNvSpPr txBox="1"/>
          <p:nvPr/>
        </p:nvSpPr>
        <p:spPr>
          <a:xfrm>
            <a:off x="11160571" y="2584393"/>
            <a:ext cx="518161" cy="1226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”</a:t>
            </a:r>
          </a:p>
        </p:txBody>
      </p:sp>
      <p:sp>
        <p:nvSpPr>
          <p:cNvPr id="27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925905" y="3228581"/>
            <a:ext cx="385675" cy="396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roup 22"/>
          <p:cNvGrpSpPr/>
          <p:nvPr/>
        </p:nvGrpSpPr>
        <p:grpSpPr>
          <a:xfrm>
            <a:off x="0" y="228599"/>
            <a:ext cx="2851518" cy="6638630"/>
            <a:chOff x="0" y="0"/>
            <a:chExt cx="2851516" cy="6638628"/>
          </a:xfrm>
        </p:grpSpPr>
        <p:sp>
          <p:nvSpPr>
            <p:cNvPr id="281" name="Freeform 11"/>
            <p:cNvSpPr/>
            <p:nvPr/>
          </p:nvSpPr>
          <p:spPr>
            <a:xfrm>
              <a:off x="-1" y="2346443"/>
              <a:ext cx="100643" cy="6262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19636" y="18582"/>
                    <a:pt x="18655" y="15724"/>
                    <a:pt x="16691" y="12706"/>
                  </a:cubicBezTo>
                  <a:cubicBezTo>
                    <a:pt x="10800" y="8576"/>
                    <a:pt x="5891" y="4288"/>
                    <a:pt x="0" y="0"/>
                  </a:cubicBezTo>
                  <a:cubicBezTo>
                    <a:pt x="0" y="5559"/>
                    <a:pt x="0" y="5559"/>
                    <a:pt x="0" y="5559"/>
                  </a:cubicBezTo>
                  <a:cubicBezTo>
                    <a:pt x="5891" y="10165"/>
                    <a:pt x="12764" y="14929"/>
                    <a:pt x="19636" y="19694"/>
                  </a:cubicBezTo>
                  <a:cubicBezTo>
                    <a:pt x="19636" y="20329"/>
                    <a:pt x="20618" y="20965"/>
                    <a:pt x="21600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2" name="Freeform 12"/>
            <p:cNvSpPr/>
            <p:nvPr/>
          </p:nvSpPr>
          <p:spPr>
            <a:xfrm>
              <a:off x="128598" y="2927929"/>
              <a:ext cx="646718" cy="23222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69" y="15000"/>
                  </a:moveTo>
                  <a:cubicBezTo>
                    <a:pt x="15891" y="17229"/>
                    <a:pt x="18514" y="19414"/>
                    <a:pt x="21446" y="21600"/>
                  </a:cubicBezTo>
                  <a:cubicBezTo>
                    <a:pt x="21446" y="21214"/>
                    <a:pt x="21446" y="20871"/>
                    <a:pt x="21600" y="20486"/>
                  </a:cubicBezTo>
                  <a:cubicBezTo>
                    <a:pt x="19131" y="18643"/>
                    <a:pt x="16817" y="16757"/>
                    <a:pt x="14657" y="14871"/>
                  </a:cubicBezTo>
                  <a:cubicBezTo>
                    <a:pt x="8949" y="9986"/>
                    <a:pt x="4166" y="5014"/>
                    <a:pt x="0" y="0"/>
                  </a:cubicBezTo>
                  <a:cubicBezTo>
                    <a:pt x="309" y="857"/>
                    <a:pt x="617" y="1757"/>
                    <a:pt x="926" y="2614"/>
                  </a:cubicBezTo>
                  <a:cubicBezTo>
                    <a:pt x="4629" y="6771"/>
                    <a:pt x="8640" y="10929"/>
                    <a:pt x="13269" y="150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3" name="Freeform 13"/>
            <p:cNvSpPr/>
            <p:nvPr/>
          </p:nvSpPr>
          <p:spPr>
            <a:xfrm>
              <a:off x="806998" y="5218460"/>
              <a:ext cx="609443" cy="14201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9" y="1543"/>
                  </a:moveTo>
                  <a:cubicBezTo>
                    <a:pt x="818" y="1052"/>
                    <a:pt x="327" y="561"/>
                    <a:pt x="0" y="0"/>
                  </a:cubicBezTo>
                  <a:cubicBezTo>
                    <a:pt x="0" y="701"/>
                    <a:pt x="0" y="1332"/>
                    <a:pt x="0" y="2034"/>
                  </a:cubicBezTo>
                  <a:cubicBezTo>
                    <a:pt x="3436" y="5961"/>
                    <a:pt x="7200" y="9818"/>
                    <a:pt x="11127" y="13605"/>
                  </a:cubicBezTo>
                  <a:cubicBezTo>
                    <a:pt x="13909" y="16270"/>
                    <a:pt x="17018" y="18935"/>
                    <a:pt x="20127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491" y="18865"/>
                    <a:pt x="15382" y="16130"/>
                    <a:pt x="12600" y="13325"/>
                  </a:cubicBezTo>
                  <a:cubicBezTo>
                    <a:pt x="8509" y="9468"/>
                    <a:pt x="4745" y="5540"/>
                    <a:pt x="1309" y="1543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4" name="Freeform 14"/>
            <p:cNvSpPr/>
            <p:nvPr/>
          </p:nvSpPr>
          <p:spPr>
            <a:xfrm>
              <a:off x="959824" y="6275198"/>
              <a:ext cx="171465" cy="3634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346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4011" y="14491"/>
                    <a:pt x="7005" y="7382"/>
                    <a:pt x="0" y="0"/>
                  </a:cubicBezTo>
                  <a:cubicBezTo>
                    <a:pt x="4670" y="7382"/>
                    <a:pt x="9924" y="14491"/>
                    <a:pt x="16346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5" name="Freeform 15"/>
            <p:cNvSpPr/>
            <p:nvPr/>
          </p:nvSpPr>
          <p:spPr>
            <a:xfrm>
              <a:off x="100641" y="2972659"/>
              <a:ext cx="821909" cy="3328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58" y="19745"/>
                  </a:moveTo>
                  <a:cubicBezTo>
                    <a:pt x="17596" y="18489"/>
                    <a:pt x="15775" y="17232"/>
                    <a:pt x="14076" y="15976"/>
                  </a:cubicBezTo>
                  <a:cubicBezTo>
                    <a:pt x="10193" y="13074"/>
                    <a:pt x="7160" y="10082"/>
                    <a:pt x="4854" y="7060"/>
                  </a:cubicBezTo>
                  <a:cubicBezTo>
                    <a:pt x="3519" y="5235"/>
                    <a:pt x="2427" y="3381"/>
                    <a:pt x="1456" y="1526"/>
                  </a:cubicBezTo>
                  <a:cubicBezTo>
                    <a:pt x="971" y="1017"/>
                    <a:pt x="485" y="509"/>
                    <a:pt x="0" y="0"/>
                  </a:cubicBezTo>
                  <a:cubicBezTo>
                    <a:pt x="971" y="2363"/>
                    <a:pt x="2306" y="4757"/>
                    <a:pt x="4004" y="7090"/>
                  </a:cubicBezTo>
                  <a:cubicBezTo>
                    <a:pt x="6189" y="10142"/>
                    <a:pt x="9222" y="13134"/>
                    <a:pt x="12984" y="16065"/>
                  </a:cubicBezTo>
                  <a:cubicBezTo>
                    <a:pt x="14926" y="17531"/>
                    <a:pt x="17110" y="18967"/>
                    <a:pt x="19416" y="20373"/>
                  </a:cubicBezTo>
                  <a:cubicBezTo>
                    <a:pt x="20144" y="20792"/>
                    <a:pt x="20872" y="21181"/>
                    <a:pt x="21600" y="21600"/>
                  </a:cubicBezTo>
                  <a:cubicBezTo>
                    <a:pt x="21357" y="21450"/>
                    <a:pt x="21236" y="21331"/>
                    <a:pt x="21115" y="21181"/>
                  </a:cubicBezTo>
                  <a:cubicBezTo>
                    <a:pt x="20508" y="20702"/>
                    <a:pt x="20022" y="20224"/>
                    <a:pt x="19658" y="19745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6" name="Freeform 16"/>
            <p:cNvSpPr/>
            <p:nvPr/>
          </p:nvSpPr>
          <p:spPr>
            <a:xfrm>
              <a:off x="26126" y="0"/>
              <a:ext cx="102473" cy="29279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35" h="21600" extrusionOk="0">
                  <a:moveTo>
                    <a:pt x="9565" y="19627"/>
                  </a:moveTo>
                  <a:cubicBezTo>
                    <a:pt x="10505" y="19763"/>
                    <a:pt x="10505" y="19899"/>
                    <a:pt x="10505" y="20035"/>
                  </a:cubicBezTo>
                  <a:cubicBezTo>
                    <a:pt x="13322" y="20511"/>
                    <a:pt x="17078" y="20988"/>
                    <a:pt x="19896" y="21498"/>
                  </a:cubicBezTo>
                  <a:cubicBezTo>
                    <a:pt x="19896" y="21532"/>
                    <a:pt x="19896" y="21566"/>
                    <a:pt x="20835" y="21600"/>
                  </a:cubicBezTo>
                  <a:cubicBezTo>
                    <a:pt x="18957" y="20920"/>
                    <a:pt x="17078" y="20273"/>
                    <a:pt x="15200" y="19593"/>
                  </a:cubicBezTo>
                  <a:cubicBezTo>
                    <a:pt x="7687" y="16123"/>
                    <a:pt x="3931" y="12654"/>
                    <a:pt x="3931" y="9150"/>
                  </a:cubicBezTo>
                  <a:cubicBezTo>
                    <a:pt x="4870" y="6089"/>
                    <a:pt x="7687" y="3061"/>
                    <a:pt x="13322" y="0"/>
                  </a:cubicBezTo>
                  <a:cubicBezTo>
                    <a:pt x="10505" y="0"/>
                    <a:pt x="10505" y="0"/>
                    <a:pt x="10505" y="0"/>
                  </a:cubicBezTo>
                  <a:cubicBezTo>
                    <a:pt x="3931" y="3027"/>
                    <a:pt x="1113" y="6089"/>
                    <a:pt x="174" y="9150"/>
                  </a:cubicBezTo>
                  <a:cubicBezTo>
                    <a:pt x="-765" y="12654"/>
                    <a:pt x="2052" y="16123"/>
                    <a:pt x="9565" y="19627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7" name="Freeform 17"/>
            <p:cNvSpPr/>
            <p:nvPr/>
          </p:nvSpPr>
          <p:spPr>
            <a:xfrm>
              <a:off x="78276" y="2715463"/>
              <a:ext cx="78278" cy="4938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2541" y="3836"/>
                    <a:pt x="3812" y="7469"/>
                    <a:pt x="6353" y="11305"/>
                  </a:cubicBezTo>
                  <a:cubicBezTo>
                    <a:pt x="11435" y="14736"/>
                    <a:pt x="16518" y="18168"/>
                    <a:pt x="21600" y="21600"/>
                  </a:cubicBezTo>
                  <a:cubicBezTo>
                    <a:pt x="19059" y="17563"/>
                    <a:pt x="16518" y="13323"/>
                    <a:pt x="13976" y="9286"/>
                  </a:cubicBezTo>
                  <a:cubicBezTo>
                    <a:pt x="12706" y="9084"/>
                    <a:pt x="12706" y="8882"/>
                    <a:pt x="12706" y="8680"/>
                  </a:cubicBezTo>
                  <a:cubicBezTo>
                    <a:pt x="8894" y="5652"/>
                    <a:pt x="3812" y="2826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8" name="Freeform 18"/>
            <p:cNvSpPr/>
            <p:nvPr/>
          </p:nvSpPr>
          <p:spPr>
            <a:xfrm>
              <a:off x="769723" y="5250144"/>
              <a:ext cx="190102" cy="1025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3016"/>
                    <a:pt x="1054" y="6032"/>
                    <a:pt x="2634" y="9049"/>
                  </a:cubicBezTo>
                  <a:cubicBezTo>
                    <a:pt x="4215" y="11384"/>
                    <a:pt x="6322" y="13816"/>
                    <a:pt x="8956" y="16151"/>
                  </a:cubicBezTo>
                  <a:cubicBezTo>
                    <a:pt x="10010" y="16735"/>
                    <a:pt x="11590" y="17319"/>
                    <a:pt x="12644" y="17903"/>
                  </a:cubicBezTo>
                  <a:cubicBezTo>
                    <a:pt x="15805" y="19168"/>
                    <a:pt x="18439" y="20335"/>
                    <a:pt x="21600" y="21600"/>
                  </a:cubicBezTo>
                  <a:cubicBezTo>
                    <a:pt x="21073" y="21308"/>
                    <a:pt x="20546" y="20919"/>
                    <a:pt x="20020" y="20627"/>
                  </a:cubicBezTo>
                  <a:cubicBezTo>
                    <a:pt x="13698" y="16735"/>
                    <a:pt x="9483" y="12843"/>
                    <a:pt x="6849" y="8951"/>
                  </a:cubicBezTo>
                  <a:cubicBezTo>
                    <a:pt x="5795" y="6616"/>
                    <a:pt x="4741" y="4378"/>
                    <a:pt x="4215" y="2141"/>
                  </a:cubicBezTo>
                  <a:cubicBezTo>
                    <a:pt x="4215" y="2043"/>
                    <a:pt x="3688" y="1946"/>
                    <a:pt x="3688" y="1751"/>
                  </a:cubicBezTo>
                  <a:cubicBezTo>
                    <a:pt x="2634" y="1168"/>
                    <a:pt x="1054" y="584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9" name="Freeform 19"/>
            <p:cNvSpPr/>
            <p:nvPr/>
          </p:nvSpPr>
          <p:spPr>
            <a:xfrm>
              <a:off x="775314" y="1170426"/>
              <a:ext cx="2076203" cy="40480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36" y="21010"/>
                  </a:moveTo>
                  <a:cubicBezTo>
                    <a:pt x="480" y="18992"/>
                    <a:pt x="1248" y="17000"/>
                    <a:pt x="2400" y="15081"/>
                  </a:cubicBezTo>
                  <a:cubicBezTo>
                    <a:pt x="3600" y="13162"/>
                    <a:pt x="5232" y="11317"/>
                    <a:pt x="7152" y="9545"/>
                  </a:cubicBezTo>
                  <a:cubicBezTo>
                    <a:pt x="9072" y="7774"/>
                    <a:pt x="11280" y="6101"/>
                    <a:pt x="13680" y="4502"/>
                  </a:cubicBezTo>
                  <a:cubicBezTo>
                    <a:pt x="14880" y="3715"/>
                    <a:pt x="16176" y="2928"/>
                    <a:pt x="17472" y="2190"/>
                  </a:cubicBezTo>
                  <a:cubicBezTo>
                    <a:pt x="18144" y="1821"/>
                    <a:pt x="18816" y="1427"/>
                    <a:pt x="19488" y="1082"/>
                  </a:cubicBezTo>
                  <a:cubicBezTo>
                    <a:pt x="20208" y="713"/>
                    <a:pt x="20880" y="369"/>
                    <a:pt x="21600" y="25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0832" y="344"/>
                    <a:pt x="20160" y="689"/>
                    <a:pt x="19440" y="1058"/>
                  </a:cubicBezTo>
                  <a:cubicBezTo>
                    <a:pt x="18768" y="1402"/>
                    <a:pt x="18096" y="1771"/>
                    <a:pt x="17424" y="2165"/>
                  </a:cubicBezTo>
                  <a:cubicBezTo>
                    <a:pt x="16080" y="2903"/>
                    <a:pt x="14784" y="3666"/>
                    <a:pt x="13584" y="4453"/>
                  </a:cubicBezTo>
                  <a:cubicBezTo>
                    <a:pt x="11136" y="6052"/>
                    <a:pt x="8880" y="7725"/>
                    <a:pt x="6960" y="9496"/>
                  </a:cubicBezTo>
                  <a:cubicBezTo>
                    <a:pt x="4992" y="11243"/>
                    <a:pt x="3360" y="13113"/>
                    <a:pt x="2160" y="15031"/>
                  </a:cubicBezTo>
                  <a:cubicBezTo>
                    <a:pt x="912" y="16975"/>
                    <a:pt x="144" y="18968"/>
                    <a:pt x="0" y="21010"/>
                  </a:cubicBezTo>
                  <a:cubicBezTo>
                    <a:pt x="0" y="21059"/>
                    <a:pt x="0" y="21083"/>
                    <a:pt x="0" y="21133"/>
                  </a:cubicBezTo>
                  <a:cubicBezTo>
                    <a:pt x="96" y="21280"/>
                    <a:pt x="192" y="21452"/>
                    <a:pt x="336" y="21600"/>
                  </a:cubicBezTo>
                  <a:cubicBezTo>
                    <a:pt x="336" y="21403"/>
                    <a:pt x="336" y="21206"/>
                    <a:pt x="336" y="2101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90" name="Freeform 20"/>
            <p:cNvSpPr/>
            <p:nvPr/>
          </p:nvSpPr>
          <p:spPr>
            <a:xfrm>
              <a:off x="922549" y="6301291"/>
              <a:ext cx="162147" cy="337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320" y="7101"/>
                    <a:pt x="9874" y="14499"/>
                    <a:pt x="1604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4194" y="14499"/>
                    <a:pt x="6789" y="7101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91" name="Freeform 21"/>
            <p:cNvSpPr/>
            <p:nvPr/>
          </p:nvSpPr>
          <p:spPr>
            <a:xfrm>
              <a:off x="769723" y="5130865"/>
              <a:ext cx="37276" cy="221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0" y="19800"/>
                  </a:moveTo>
                  <a:cubicBezTo>
                    <a:pt x="18900" y="20700"/>
                    <a:pt x="21600" y="21150"/>
                    <a:pt x="21600" y="21600"/>
                  </a:cubicBezTo>
                  <a:cubicBezTo>
                    <a:pt x="21600" y="17100"/>
                    <a:pt x="21600" y="13050"/>
                    <a:pt x="21600" y="8550"/>
                  </a:cubicBezTo>
                  <a:cubicBezTo>
                    <a:pt x="13500" y="5850"/>
                    <a:pt x="8100" y="2700"/>
                    <a:pt x="2700" y="0"/>
                  </a:cubicBezTo>
                  <a:cubicBezTo>
                    <a:pt x="0" y="4050"/>
                    <a:pt x="0" y="7650"/>
                    <a:pt x="0" y="11700"/>
                  </a:cubicBezTo>
                  <a:cubicBezTo>
                    <a:pt x="5400" y="14400"/>
                    <a:pt x="13500" y="17100"/>
                    <a:pt x="18900" y="198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92" name="Freeform 22"/>
            <p:cNvSpPr/>
            <p:nvPr/>
          </p:nvSpPr>
          <p:spPr>
            <a:xfrm>
              <a:off x="849863" y="6016139"/>
              <a:ext cx="238559" cy="622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08" y="2880"/>
                  </a:moveTo>
                  <a:cubicBezTo>
                    <a:pt x="2077" y="1920"/>
                    <a:pt x="831" y="960"/>
                    <a:pt x="0" y="0"/>
                  </a:cubicBezTo>
                  <a:cubicBezTo>
                    <a:pt x="1246" y="2560"/>
                    <a:pt x="2908" y="5120"/>
                    <a:pt x="4985" y="7680"/>
                  </a:cubicBezTo>
                  <a:cubicBezTo>
                    <a:pt x="5400" y="8480"/>
                    <a:pt x="5815" y="9120"/>
                    <a:pt x="6646" y="9920"/>
                  </a:cubicBezTo>
                  <a:cubicBezTo>
                    <a:pt x="11215" y="13760"/>
                    <a:pt x="16200" y="17760"/>
                    <a:pt x="2118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031" y="17440"/>
                    <a:pt x="13292" y="13280"/>
                    <a:pt x="9969" y="8960"/>
                  </a:cubicBezTo>
                  <a:cubicBezTo>
                    <a:pt x="7477" y="6880"/>
                    <a:pt x="5400" y="4960"/>
                    <a:pt x="2908" y="288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306" name="Group 9"/>
          <p:cNvGrpSpPr/>
          <p:nvPr/>
        </p:nvGrpSpPr>
        <p:grpSpPr>
          <a:xfrm>
            <a:off x="27221" y="-786"/>
            <a:ext cx="2356674" cy="6854040"/>
            <a:chOff x="0" y="0"/>
            <a:chExt cx="2356673" cy="6854039"/>
          </a:xfrm>
        </p:grpSpPr>
        <p:sp>
          <p:nvSpPr>
            <p:cNvPr id="294" name="Freeform 27"/>
            <p:cNvSpPr/>
            <p:nvPr/>
          </p:nvSpPr>
          <p:spPr>
            <a:xfrm>
              <a:off x="0" y="-1"/>
              <a:ext cx="494327" cy="4401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8" y="4930"/>
                  </a:moveTo>
                  <a:cubicBezTo>
                    <a:pt x="2307" y="6762"/>
                    <a:pt x="3565" y="8617"/>
                    <a:pt x="5452" y="10448"/>
                  </a:cubicBezTo>
                  <a:cubicBezTo>
                    <a:pt x="7130" y="12279"/>
                    <a:pt x="9227" y="14110"/>
                    <a:pt x="11953" y="15942"/>
                  </a:cubicBezTo>
                  <a:cubicBezTo>
                    <a:pt x="14470" y="17773"/>
                    <a:pt x="17616" y="19581"/>
                    <a:pt x="21181" y="21389"/>
                  </a:cubicBezTo>
                  <a:cubicBezTo>
                    <a:pt x="21390" y="21459"/>
                    <a:pt x="21600" y="21530"/>
                    <a:pt x="21600" y="21600"/>
                  </a:cubicBezTo>
                  <a:cubicBezTo>
                    <a:pt x="21390" y="21248"/>
                    <a:pt x="20971" y="20872"/>
                    <a:pt x="20761" y="20520"/>
                  </a:cubicBezTo>
                  <a:cubicBezTo>
                    <a:pt x="20761" y="20450"/>
                    <a:pt x="20761" y="20379"/>
                    <a:pt x="20761" y="20332"/>
                  </a:cubicBezTo>
                  <a:cubicBezTo>
                    <a:pt x="17825" y="18853"/>
                    <a:pt x="15309" y="17397"/>
                    <a:pt x="13212" y="15918"/>
                  </a:cubicBezTo>
                  <a:cubicBezTo>
                    <a:pt x="10485" y="14087"/>
                    <a:pt x="8179" y="12279"/>
                    <a:pt x="6291" y="10424"/>
                  </a:cubicBezTo>
                  <a:cubicBezTo>
                    <a:pt x="4404" y="8593"/>
                    <a:pt x="2936" y="6762"/>
                    <a:pt x="1887" y="4907"/>
                  </a:cubicBezTo>
                  <a:cubicBezTo>
                    <a:pt x="1468" y="3991"/>
                    <a:pt x="1049" y="3076"/>
                    <a:pt x="629" y="2160"/>
                  </a:cubicBezTo>
                  <a:cubicBezTo>
                    <a:pt x="419" y="1432"/>
                    <a:pt x="210" y="728"/>
                    <a:pt x="2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28"/>
                    <a:pt x="210" y="1432"/>
                    <a:pt x="210" y="2160"/>
                  </a:cubicBezTo>
                  <a:cubicBezTo>
                    <a:pt x="629" y="3076"/>
                    <a:pt x="839" y="3991"/>
                    <a:pt x="1468" y="49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95" name="Freeform 28"/>
            <p:cNvSpPr/>
            <p:nvPr/>
          </p:nvSpPr>
          <p:spPr>
            <a:xfrm>
              <a:off x="523067" y="4317258"/>
              <a:ext cx="423436" cy="1580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09" y="14989"/>
                  </a:moveTo>
                  <a:cubicBezTo>
                    <a:pt x="15709" y="17215"/>
                    <a:pt x="18409" y="19440"/>
                    <a:pt x="21600" y="21600"/>
                  </a:cubicBezTo>
                  <a:cubicBezTo>
                    <a:pt x="21600" y="21142"/>
                    <a:pt x="21600" y="20618"/>
                    <a:pt x="21600" y="20160"/>
                  </a:cubicBezTo>
                  <a:cubicBezTo>
                    <a:pt x="21600" y="20095"/>
                    <a:pt x="21600" y="19964"/>
                    <a:pt x="21600" y="19898"/>
                  </a:cubicBezTo>
                  <a:cubicBezTo>
                    <a:pt x="19391" y="18196"/>
                    <a:pt x="17182" y="16495"/>
                    <a:pt x="15218" y="14793"/>
                  </a:cubicBezTo>
                  <a:cubicBezTo>
                    <a:pt x="9327" y="9949"/>
                    <a:pt x="4173" y="4975"/>
                    <a:pt x="0" y="0"/>
                  </a:cubicBezTo>
                  <a:cubicBezTo>
                    <a:pt x="491" y="1375"/>
                    <a:pt x="982" y="2749"/>
                    <a:pt x="1718" y="4124"/>
                  </a:cubicBezTo>
                  <a:cubicBezTo>
                    <a:pt x="5155" y="7789"/>
                    <a:pt x="8836" y="11389"/>
                    <a:pt x="13009" y="1498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96" name="Freeform 29"/>
            <p:cNvSpPr/>
            <p:nvPr/>
          </p:nvSpPr>
          <p:spPr>
            <a:xfrm>
              <a:off x="979074" y="5863468"/>
              <a:ext cx="431100" cy="990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" y="1565"/>
                  </a:moveTo>
                  <a:cubicBezTo>
                    <a:pt x="960" y="1043"/>
                    <a:pt x="480" y="522"/>
                    <a:pt x="0" y="0"/>
                  </a:cubicBezTo>
                  <a:cubicBezTo>
                    <a:pt x="0" y="939"/>
                    <a:pt x="0" y="1983"/>
                    <a:pt x="240" y="3026"/>
                  </a:cubicBezTo>
                  <a:cubicBezTo>
                    <a:pt x="3360" y="6470"/>
                    <a:pt x="6480" y="9913"/>
                    <a:pt x="10080" y="13252"/>
                  </a:cubicBezTo>
                  <a:cubicBezTo>
                    <a:pt x="12960" y="16070"/>
                    <a:pt x="16080" y="18887"/>
                    <a:pt x="1920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240" y="18783"/>
                    <a:pt x="15120" y="15861"/>
                    <a:pt x="12000" y="12835"/>
                  </a:cubicBezTo>
                  <a:cubicBezTo>
                    <a:pt x="8160" y="9183"/>
                    <a:pt x="4800" y="5322"/>
                    <a:pt x="1440" y="1565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97" name="Freeform 30"/>
            <p:cNvSpPr/>
            <p:nvPr/>
          </p:nvSpPr>
          <p:spPr>
            <a:xfrm>
              <a:off x="494326" y="4365158"/>
              <a:ext cx="551808" cy="2235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70" y="18917"/>
                  </a:moveTo>
                  <a:cubicBezTo>
                    <a:pt x="17468" y="17946"/>
                    <a:pt x="15965" y="16928"/>
                    <a:pt x="14650" y="15911"/>
                  </a:cubicBezTo>
                  <a:cubicBezTo>
                    <a:pt x="10706" y="12997"/>
                    <a:pt x="7701" y="9991"/>
                    <a:pt x="5447" y="6984"/>
                  </a:cubicBezTo>
                  <a:cubicBezTo>
                    <a:pt x="4132" y="5504"/>
                    <a:pt x="3193" y="3978"/>
                    <a:pt x="2442" y="2451"/>
                  </a:cubicBezTo>
                  <a:cubicBezTo>
                    <a:pt x="1690" y="1619"/>
                    <a:pt x="751" y="833"/>
                    <a:pt x="0" y="0"/>
                  </a:cubicBezTo>
                  <a:cubicBezTo>
                    <a:pt x="939" y="2359"/>
                    <a:pt x="2254" y="4718"/>
                    <a:pt x="3944" y="7030"/>
                  </a:cubicBezTo>
                  <a:cubicBezTo>
                    <a:pt x="6198" y="10083"/>
                    <a:pt x="9203" y="13090"/>
                    <a:pt x="12960" y="16050"/>
                  </a:cubicBezTo>
                  <a:cubicBezTo>
                    <a:pt x="14838" y="17484"/>
                    <a:pt x="16904" y="18964"/>
                    <a:pt x="19346" y="20397"/>
                  </a:cubicBezTo>
                  <a:cubicBezTo>
                    <a:pt x="20097" y="20767"/>
                    <a:pt x="20849" y="21184"/>
                    <a:pt x="21600" y="21600"/>
                  </a:cubicBezTo>
                  <a:cubicBezTo>
                    <a:pt x="21412" y="21461"/>
                    <a:pt x="21224" y="21322"/>
                    <a:pt x="21037" y="21184"/>
                  </a:cubicBezTo>
                  <a:cubicBezTo>
                    <a:pt x="20285" y="20444"/>
                    <a:pt x="19534" y="19657"/>
                    <a:pt x="18970" y="18917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98" name="Freeform 31"/>
            <p:cNvSpPr/>
            <p:nvPr/>
          </p:nvSpPr>
          <p:spPr>
            <a:xfrm>
              <a:off x="444311" y="1289983"/>
              <a:ext cx="170725" cy="3027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0" h="21600" extrusionOk="0">
                  <a:moveTo>
                    <a:pt x="9750" y="21600"/>
                  </a:moveTo>
                  <a:cubicBezTo>
                    <a:pt x="8550" y="21191"/>
                    <a:pt x="7950" y="20781"/>
                    <a:pt x="7350" y="20372"/>
                  </a:cubicBezTo>
                  <a:cubicBezTo>
                    <a:pt x="4350" y="18085"/>
                    <a:pt x="2550" y="15833"/>
                    <a:pt x="2550" y="13581"/>
                  </a:cubicBezTo>
                  <a:cubicBezTo>
                    <a:pt x="2550" y="11295"/>
                    <a:pt x="4350" y="9043"/>
                    <a:pt x="7350" y="6756"/>
                  </a:cubicBezTo>
                  <a:cubicBezTo>
                    <a:pt x="8550" y="5630"/>
                    <a:pt x="10350" y="4504"/>
                    <a:pt x="12750" y="3378"/>
                  </a:cubicBezTo>
                  <a:cubicBezTo>
                    <a:pt x="15150" y="2252"/>
                    <a:pt x="17550" y="1126"/>
                    <a:pt x="21150" y="0"/>
                  </a:cubicBezTo>
                  <a:cubicBezTo>
                    <a:pt x="20550" y="0"/>
                    <a:pt x="20550" y="0"/>
                    <a:pt x="20550" y="0"/>
                  </a:cubicBezTo>
                  <a:cubicBezTo>
                    <a:pt x="16950" y="1126"/>
                    <a:pt x="13950" y="2252"/>
                    <a:pt x="11550" y="3378"/>
                  </a:cubicBezTo>
                  <a:cubicBezTo>
                    <a:pt x="9150" y="4504"/>
                    <a:pt x="7350" y="5630"/>
                    <a:pt x="5550" y="6756"/>
                  </a:cubicBezTo>
                  <a:cubicBezTo>
                    <a:pt x="1950" y="9009"/>
                    <a:pt x="150" y="11295"/>
                    <a:pt x="150" y="13581"/>
                  </a:cubicBezTo>
                  <a:cubicBezTo>
                    <a:pt x="-450" y="15731"/>
                    <a:pt x="750" y="17915"/>
                    <a:pt x="3750" y="20099"/>
                  </a:cubicBezTo>
                  <a:cubicBezTo>
                    <a:pt x="5550" y="20576"/>
                    <a:pt x="7350" y="21088"/>
                    <a:pt x="9150" y="21566"/>
                  </a:cubicBezTo>
                  <a:cubicBezTo>
                    <a:pt x="9150" y="21566"/>
                    <a:pt x="9750" y="21600"/>
                    <a:pt x="9750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99" name="Freeform 32"/>
            <p:cNvSpPr/>
            <p:nvPr/>
          </p:nvSpPr>
          <p:spPr>
            <a:xfrm>
              <a:off x="1084453" y="6572386"/>
              <a:ext cx="134120" cy="2816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71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86" y="14644"/>
                    <a:pt x="6943" y="7322"/>
                    <a:pt x="0" y="0"/>
                  </a:cubicBezTo>
                  <a:cubicBezTo>
                    <a:pt x="4629" y="7322"/>
                    <a:pt x="10029" y="14644"/>
                    <a:pt x="16971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00" name="Freeform 33"/>
            <p:cNvSpPr/>
            <p:nvPr/>
          </p:nvSpPr>
          <p:spPr>
            <a:xfrm>
              <a:off x="475166" y="4108415"/>
              <a:ext cx="82390" cy="5115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82" y="10901"/>
                  </a:moveTo>
                  <a:cubicBezTo>
                    <a:pt x="10165" y="14535"/>
                    <a:pt x="16518" y="17966"/>
                    <a:pt x="21600" y="21600"/>
                  </a:cubicBezTo>
                  <a:cubicBezTo>
                    <a:pt x="17788" y="17361"/>
                    <a:pt x="15247" y="13121"/>
                    <a:pt x="12706" y="8882"/>
                  </a:cubicBezTo>
                  <a:cubicBezTo>
                    <a:pt x="12706" y="8882"/>
                    <a:pt x="11435" y="8680"/>
                    <a:pt x="11435" y="8680"/>
                  </a:cubicBezTo>
                  <a:cubicBezTo>
                    <a:pt x="7624" y="5854"/>
                    <a:pt x="3812" y="2826"/>
                    <a:pt x="0" y="0"/>
                  </a:cubicBezTo>
                  <a:cubicBezTo>
                    <a:pt x="0" y="404"/>
                    <a:pt x="0" y="1009"/>
                    <a:pt x="0" y="1615"/>
                  </a:cubicBezTo>
                  <a:cubicBezTo>
                    <a:pt x="1271" y="4643"/>
                    <a:pt x="3812" y="7873"/>
                    <a:pt x="5082" y="10901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01" name="Freeform 34"/>
            <p:cNvSpPr/>
            <p:nvPr/>
          </p:nvSpPr>
          <p:spPr>
            <a:xfrm>
              <a:off x="946501" y="3146585"/>
              <a:ext cx="1410173" cy="27168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" y="21030"/>
                  </a:moveTo>
                  <a:cubicBezTo>
                    <a:pt x="661" y="19052"/>
                    <a:pt x="1396" y="17037"/>
                    <a:pt x="2571" y="15097"/>
                  </a:cubicBezTo>
                  <a:cubicBezTo>
                    <a:pt x="3747" y="13196"/>
                    <a:pt x="5363" y="11332"/>
                    <a:pt x="7273" y="9583"/>
                  </a:cubicBezTo>
                  <a:cubicBezTo>
                    <a:pt x="9110" y="7796"/>
                    <a:pt x="11314" y="6123"/>
                    <a:pt x="13739" y="4525"/>
                  </a:cubicBezTo>
                  <a:cubicBezTo>
                    <a:pt x="14914" y="3727"/>
                    <a:pt x="16163" y="2928"/>
                    <a:pt x="17486" y="2206"/>
                  </a:cubicBezTo>
                  <a:cubicBezTo>
                    <a:pt x="18147" y="1825"/>
                    <a:pt x="18808" y="1445"/>
                    <a:pt x="19469" y="1065"/>
                  </a:cubicBezTo>
                  <a:cubicBezTo>
                    <a:pt x="20131" y="723"/>
                    <a:pt x="20865" y="342"/>
                    <a:pt x="21600" y="0"/>
                  </a:cubicBezTo>
                  <a:cubicBezTo>
                    <a:pt x="21527" y="0"/>
                    <a:pt x="21527" y="0"/>
                    <a:pt x="21527" y="0"/>
                  </a:cubicBezTo>
                  <a:cubicBezTo>
                    <a:pt x="20792" y="342"/>
                    <a:pt x="20057" y="685"/>
                    <a:pt x="19396" y="1027"/>
                  </a:cubicBezTo>
                  <a:cubicBezTo>
                    <a:pt x="18735" y="1407"/>
                    <a:pt x="18073" y="1787"/>
                    <a:pt x="17412" y="2130"/>
                  </a:cubicBezTo>
                  <a:cubicBezTo>
                    <a:pt x="16016" y="2890"/>
                    <a:pt x="14767" y="3651"/>
                    <a:pt x="13592" y="4449"/>
                  </a:cubicBezTo>
                  <a:cubicBezTo>
                    <a:pt x="11094" y="6046"/>
                    <a:pt x="8890" y="7720"/>
                    <a:pt x="6980" y="9469"/>
                  </a:cubicBezTo>
                  <a:cubicBezTo>
                    <a:pt x="4996" y="11256"/>
                    <a:pt x="3380" y="13120"/>
                    <a:pt x="2204" y="15059"/>
                  </a:cubicBezTo>
                  <a:cubicBezTo>
                    <a:pt x="955" y="16923"/>
                    <a:pt x="220" y="18900"/>
                    <a:pt x="0" y="20877"/>
                  </a:cubicBezTo>
                  <a:cubicBezTo>
                    <a:pt x="220" y="21106"/>
                    <a:pt x="367" y="21334"/>
                    <a:pt x="514" y="21600"/>
                  </a:cubicBezTo>
                  <a:cubicBezTo>
                    <a:pt x="514" y="21410"/>
                    <a:pt x="514" y="21220"/>
                    <a:pt x="588" y="210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02" name="Freeform 35"/>
            <p:cNvSpPr/>
            <p:nvPr/>
          </p:nvSpPr>
          <p:spPr>
            <a:xfrm>
              <a:off x="1046133" y="6601126"/>
              <a:ext cx="120709" cy="2529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320" y="7336"/>
                    <a:pt x="10368" y="14672"/>
                    <a:pt x="1641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24" y="14672"/>
                    <a:pt x="6912" y="7336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03" name="Freeform 36"/>
            <p:cNvSpPr/>
            <p:nvPr/>
          </p:nvSpPr>
          <p:spPr>
            <a:xfrm>
              <a:off x="946501" y="5897956"/>
              <a:ext cx="137953" cy="6744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4596"/>
                    <a:pt x="1490" y="9191"/>
                    <a:pt x="5214" y="13634"/>
                  </a:cubicBezTo>
                  <a:cubicBezTo>
                    <a:pt x="8193" y="15013"/>
                    <a:pt x="10428" y="16545"/>
                    <a:pt x="13407" y="17923"/>
                  </a:cubicBezTo>
                  <a:cubicBezTo>
                    <a:pt x="16386" y="19149"/>
                    <a:pt x="18621" y="20374"/>
                    <a:pt x="21600" y="21600"/>
                  </a:cubicBezTo>
                  <a:cubicBezTo>
                    <a:pt x="20855" y="21294"/>
                    <a:pt x="20855" y="20987"/>
                    <a:pt x="20110" y="20681"/>
                  </a:cubicBezTo>
                  <a:cubicBezTo>
                    <a:pt x="11917" y="15013"/>
                    <a:pt x="7448" y="9191"/>
                    <a:pt x="5959" y="3370"/>
                  </a:cubicBezTo>
                  <a:cubicBezTo>
                    <a:pt x="5214" y="2757"/>
                    <a:pt x="3724" y="2298"/>
                    <a:pt x="2979" y="1685"/>
                  </a:cubicBezTo>
                  <a:cubicBezTo>
                    <a:pt x="1490" y="1072"/>
                    <a:pt x="745" y="460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04" name="Freeform 37"/>
            <p:cNvSpPr/>
            <p:nvPr/>
          </p:nvSpPr>
          <p:spPr>
            <a:xfrm>
              <a:off x="946501" y="5773415"/>
              <a:ext cx="38321" cy="2280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1700"/>
                  </a:moveTo>
                  <a:cubicBezTo>
                    <a:pt x="2700" y="13050"/>
                    <a:pt x="5400" y="14850"/>
                    <a:pt x="10800" y="16650"/>
                  </a:cubicBezTo>
                  <a:cubicBezTo>
                    <a:pt x="13500" y="18450"/>
                    <a:pt x="18900" y="19800"/>
                    <a:pt x="21600" y="21600"/>
                  </a:cubicBezTo>
                  <a:cubicBezTo>
                    <a:pt x="18900" y="17100"/>
                    <a:pt x="18900" y="12600"/>
                    <a:pt x="18900" y="8550"/>
                  </a:cubicBezTo>
                  <a:cubicBezTo>
                    <a:pt x="13500" y="5400"/>
                    <a:pt x="8100" y="2700"/>
                    <a:pt x="0" y="0"/>
                  </a:cubicBezTo>
                  <a:cubicBezTo>
                    <a:pt x="0" y="450"/>
                    <a:pt x="0" y="1350"/>
                    <a:pt x="0" y="1800"/>
                  </a:cubicBezTo>
                  <a:cubicBezTo>
                    <a:pt x="0" y="4950"/>
                    <a:pt x="0" y="8550"/>
                    <a:pt x="0" y="117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05" name="Freeform 38"/>
            <p:cNvSpPr/>
            <p:nvPr/>
          </p:nvSpPr>
          <p:spPr>
            <a:xfrm>
              <a:off x="979074" y="6323307"/>
              <a:ext cx="210760" cy="5307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400" y="5449"/>
                  </a:moveTo>
                  <a:cubicBezTo>
                    <a:pt x="3436" y="3697"/>
                    <a:pt x="1964" y="1751"/>
                    <a:pt x="0" y="0"/>
                  </a:cubicBezTo>
                  <a:cubicBezTo>
                    <a:pt x="1473" y="3114"/>
                    <a:pt x="3436" y="6422"/>
                    <a:pt x="5400" y="9535"/>
                  </a:cubicBezTo>
                  <a:cubicBezTo>
                    <a:pt x="5891" y="10119"/>
                    <a:pt x="6382" y="10703"/>
                    <a:pt x="6873" y="11286"/>
                  </a:cubicBezTo>
                  <a:cubicBezTo>
                    <a:pt x="10800" y="14789"/>
                    <a:pt x="14727" y="18292"/>
                    <a:pt x="1914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182" y="17903"/>
                    <a:pt x="13745" y="14011"/>
                    <a:pt x="10800" y="10119"/>
                  </a:cubicBezTo>
                  <a:cubicBezTo>
                    <a:pt x="8836" y="8562"/>
                    <a:pt x="7364" y="7005"/>
                    <a:pt x="5400" y="544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07" name="Rectangle 6"/>
          <p:cNvSpPr/>
          <p:nvPr/>
        </p:nvSpPr>
        <p:spPr>
          <a:xfrm>
            <a:off x="-1" y="0"/>
            <a:ext cx="182882" cy="6858000"/>
          </a:xfrm>
          <a:prstGeom prst="rect">
            <a:avLst/>
          </a:prstGeom>
          <a:solidFill>
            <a:srgbClr val="766F5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8" name="Title Text"/>
          <p:cNvSpPr txBox="1">
            <a:spLocks noGrp="1"/>
          </p:cNvSpPr>
          <p:nvPr>
            <p:ph type="title"/>
          </p:nvPr>
        </p:nvSpPr>
        <p:spPr>
          <a:xfrm>
            <a:off x="2589213" y="2438400"/>
            <a:ext cx="8915401" cy="2724845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30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589213" y="5181600"/>
            <a:ext cx="8915401" cy="729622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>
                <a:solidFill>
                  <a:srgbClr val="595959"/>
                </a:solidFill>
              </a:defRPr>
            </a:lvl1pPr>
            <a:lvl2pPr>
              <a:buClrTx/>
              <a:defRPr>
                <a:solidFill>
                  <a:srgbClr val="595959"/>
                </a:solidFill>
              </a:defRPr>
            </a:lvl2pPr>
            <a:lvl3pPr>
              <a:buClrTx/>
              <a:defRPr>
                <a:solidFill>
                  <a:srgbClr val="595959"/>
                </a:solidFill>
              </a:defRPr>
            </a:lvl3pPr>
            <a:lvl4pPr>
              <a:buClrTx/>
              <a:defRPr>
                <a:solidFill>
                  <a:srgbClr val="595959"/>
                </a:solidFill>
              </a:defRPr>
            </a:lvl4pPr>
            <a:lvl5pPr>
              <a:buClrTx/>
              <a:defRPr>
                <a:solidFill>
                  <a:srgbClr val="595959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0" name="Freeform 11"/>
          <p:cNvSpPr/>
          <p:nvPr/>
        </p:nvSpPr>
        <p:spPr>
          <a:xfrm flipV="1">
            <a:off x="-4189" y="4911725"/>
            <a:ext cx="1595613" cy="5072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8" h="21600" extrusionOk="0">
                <a:moveTo>
                  <a:pt x="21472" y="10154"/>
                </a:moveTo>
                <a:lnTo>
                  <a:pt x="18377" y="406"/>
                </a:lnTo>
                <a:cubicBezTo>
                  <a:pt x="18356" y="337"/>
                  <a:pt x="18331" y="272"/>
                  <a:pt x="18310" y="203"/>
                </a:cubicBezTo>
                <a:cubicBezTo>
                  <a:pt x="18247" y="0"/>
                  <a:pt x="18182" y="0"/>
                  <a:pt x="18117" y="0"/>
                </a:cubicBezTo>
                <a:lnTo>
                  <a:pt x="16891" y="0"/>
                </a:lnTo>
                <a:lnTo>
                  <a:pt x="0" y="151"/>
                </a:lnTo>
                <a:cubicBezTo>
                  <a:pt x="19" y="7301"/>
                  <a:pt x="39" y="14450"/>
                  <a:pt x="58" y="21600"/>
                </a:cubicBezTo>
                <a:lnTo>
                  <a:pt x="16891" y="21527"/>
                </a:lnTo>
                <a:lnTo>
                  <a:pt x="18117" y="21527"/>
                </a:lnTo>
                <a:cubicBezTo>
                  <a:pt x="18182" y="21527"/>
                  <a:pt x="18247" y="21324"/>
                  <a:pt x="18310" y="21324"/>
                </a:cubicBezTo>
                <a:cubicBezTo>
                  <a:pt x="18310" y="21120"/>
                  <a:pt x="18377" y="21120"/>
                  <a:pt x="18377" y="21120"/>
                </a:cubicBezTo>
                <a:lnTo>
                  <a:pt x="21472" y="11372"/>
                </a:lnTo>
                <a:cubicBezTo>
                  <a:pt x="21600" y="10966"/>
                  <a:pt x="21600" y="10560"/>
                  <a:pt x="21472" y="1015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925905" y="4967529"/>
            <a:ext cx="385675" cy="396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roup 22"/>
          <p:cNvGrpSpPr/>
          <p:nvPr/>
        </p:nvGrpSpPr>
        <p:grpSpPr>
          <a:xfrm>
            <a:off x="0" y="228599"/>
            <a:ext cx="2851518" cy="6638630"/>
            <a:chOff x="0" y="0"/>
            <a:chExt cx="2851516" cy="6638628"/>
          </a:xfrm>
        </p:grpSpPr>
        <p:sp>
          <p:nvSpPr>
            <p:cNvPr id="318" name="Freeform 11"/>
            <p:cNvSpPr/>
            <p:nvPr/>
          </p:nvSpPr>
          <p:spPr>
            <a:xfrm>
              <a:off x="-1" y="2346443"/>
              <a:ext cx="100643" cy="6262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19636" y="18582"/>
                    <a:pt x="18655" y="15724"/>
                    <a:pt x="16691" y="12706"/>
                  </a:cubicBezTo>
                  <a:cubicBezTo>
                    <a:pt x="10800" y="8576"/>
                    <a:pt x="5891" y="4288"/>
                    <a:pt x="0" y="0"/>
                  </a:cubicBezTo>
                  <a:cubicBezTo>
                    <a:pt x="0" y="5559"/>
                    <a:pt x="0" y="5559"/>
                    <a:pt x="0" y="5559"/>
                  </a:cubicBezTo>
                  <a:cubicBezTo>
                    <a:pt x="5891" y="10165"/>
                    <a:pt x="12764" y="14929"/>
                    <a:pt x="19636" y="19694"/>
                  </a:cubicBezTo>
                  <a:cubicBezTo>
                    <a:pt x="19636" y="20329"/>
                    <a:pt x="20618" y="20965"/>
                    <a:pt x="21600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19" name="Freeform 12"/>
            <p:cNvSpPr/>
            <p:nvPr/>
          </p:nvSpPr>
          <p:spPr>
            <a:xfrm>
              <a:off x="128598" y="2927929"/>
              <a:ext cx="646718" cy="23222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69" y="15000"/>
                  </a:moveTo>
                  <a:cubicBezTo>
                    <a:pt x="15891" y="17229"/>
                    <a:pt x="18514" y="19414"/>
                    <a:pt x="21446" y="21600"/>
                  </a:cubicBezTo>
                  <a:cubicBezTo>
                    <a:pt x="21446" y="21214"/>
                    <a:pt x="21446" y="20871"/>
                    <a:pt x="21600" y="20486"/>
                  </a:cubicBezTo>
                  <a:cubicBezTo>
                    <a:pt x="19131" y="18643"/>
                    <a:pt x="16817" y="16757"/>
                    <a:pt x="14657" y="14871"/>
                  </a:cubicBezTo>
                  <a:cubicBezTo>
                    <a:pt x="8949" y="9986"/>
                    <a:pt x="4166" y="5014"/>
                    <a:pt x="0" y="0"/>
                  </a:cubicBezTo>
                  <a:cubicBezTo>
                    <a:pt x="309" y="857"/>
                    <a:pt x="617" y="1757"/>
                    <a:pt x="926" y="2614"/>
                  </a:cubicBezTo>
                  <a:cubicBezTo>
                    <a:pt x="4629" y="6771"/>
                    <a:pt x="8640" y="10929"/>
                    <a:pt x="13269" y="150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0" name="Freeform 13"/>
            <p:cNvSpPr/>
            <p:nvPr/>
          </p:nvSpPr>
          <p:spPr>
            <a:xfrm>
              <a:off x="806998" y="5218460"/>
              <a:ext cx="609443" cy="14201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9" y="1543"/>
                  </a:moveTo>
                  <a:cubicBezTo>
                    <a:pt x="818" y="1052"/>
                    <a:pt x="327" y="561"/>
                    <a:pt x="0" y="0"/>
                  </a:cubicBezTo>
                  <a:cubicBezTo>
                    <a:pt x="0" y="701"/>
                    <a:pt x="0" y="1332"/>
                    <a:pt x="0" y="2034"/>
                  </a:cubicBezTo>
                  <a:cubicBezTo>
                    <a:pt x="3436" y="5961"/>
                    <a:pt x="7200" y="9818"/>
                    <a:pt x="11127" y="13605"/>
                  </a:cubicBezTo>
                  <a:cubicBezTo>
                    <a:pt x="13909" y="16270"/>
                    <a:pt x="17018" y="18935"/>
                    <a:pt x="20127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491" y="18865"/>
                    <a:pt x="15382" y="16130"/>
                    <a:pt x="12600" y="13325"/>
                  </a:cubicBezTo>
                  <a:cubicBezTo>
                    <a:pt x="8509" y="9468"/>
                    <a:pt x="4745" y="5540"/>
                    <a:pt x="1309" y="1543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1" name="Freeform 14"/>
            <p:cNvSpPr/>
            <p:nvPr/>
          </p:nvSpPr>
          <p:spPr>
            <a:xfrm>
              <a:off x="959824" y="6275198"/>
              <a:ext cx="171465" cy="3634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346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4011" y="14491"/>
                    <a:pt x="7005" y="7382"/>
                    <a:pt x="0" y="0"/>
                  </a:cubicBezTo>
                  <a:cubicBezTo>
                    <a:pt x="4670" y="7382"/>
                    <a:pt x="9924" y="14491"/>
                    <a:pt x="16346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2" name="Freeform 15"/>
            <p:cNvSpPr/>
            <p:nvPr/>
          </p:nvSpPr>
          <p:spPr>
            <a:xfrm>
              <a:off x="100641" y="2972659"/>
              <a:ext cx="821909" cy="3328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58" y="19745"/>
                  </a:moveTo>
                  <a:cubicBezTo>
                    <a:pt x="17596" y="18489"/>
                    <a:pt x="15775" y="17232"/>
                    <a:pt x="14076" y="15976"/>
                  </a:cubicBezTo>
                  <a:cubicBezTo>
                    <a:pt x="10193" y="13074"/>
                    <a:pt x="7160" y="10082"/>
                    <a:pt x="4854" y="7060"/>
                  </a:cubicBezTo>
                  <a:cubicBezTo>
                    <a:pt x="3519" y="5235"/>
                    <a:pt x="2427" y="3381"/>
                    <a:pt x="1456" y="1526"/>
                  </a:cubicBezTo>
                  <a:cubicBezTo>
                    <a:pt x="971" y="1017"/>
                    <a:pt x="485" y="509"/>
                    <a:pt x="0" y="0"/>
                  </a:cubicBezTo>
                  <a:cubicBezTo>
                    <a:pt x="971" y="2363"/>
                    <a:pt x="2306" y="4757"/>
                    <a:pt x="4004" y="7090"/>
                  </a:cubicBezTo>
                  <a:cubicBezTo>
                    <a:pt x="6189" y="10142"/>
                    <a:pt x="9222" y="13134"/>
                    <a:pt x="12984" y="16065"/>
                  </a:cubicBezTo>
                  <a:cubicBezTo>
                    <a:pt x="14926" y="17531"/>
                    <a:pt x="17110" y="18967"/>
                    <a:pt x="19416" y="20373"/>
                  </a:cubicBezTo>
                  <a:cubicBezTo>
                    <a:pt x="20144" y="20792"/>
                    <a:pt x="20872" y="21181"/>
                    <a:pt x="21600" y="21600"/>
                  </a:cubicBezTo>
                  <a:cubicBezTo>
                    <a:pt x="21357" y="21450"/>
                    <a:pt x="21236" y="21331"/>
                    <a:pt x="21115" y="21181"/>
                  </a:cubicBezTo>
                  <a:cubicBezTo>
                    <a:pt x="20508" y="20702"/>
                    <a:pt x="20022" y="20224"/>
                    <a:pt x="19658" y="19745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3" name="Freeform 16"/>
            <p:cNvSpPr/>
            <p:nvPr/>
          </p:nvSpPr>
          <p:spPr>
            <a:xfrm>
              <a:off x="26126" y="0"/>
              <a:ext cx="102473" cy="29279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35" h="21600" extrusionOk="0">
                  <a:moveTo>
                    <a:pt x="9565" y="19627"/>
                  </a:moveTo>
                  <a:cubicBezTo>
                    <a:pt x="10505" y="19763"/>
                    <a:pt x="10505" y="19899"/>
                    <a:pt x="10505" y="20035"/>
                  </a:cubicBezTo>
                  <a:cubicBezTo>
                    <a:pt x="13322" y="20511"/>
                    <a:pt x="17078" y="20988"/>
                    <a:pt x="19896" y="21498"/>
                  </a:cubicBezTo>
                  <a:cubicBezTo>
                    <a:pt x="19896" y="21532"/>
                    <a:pt x="19896" y="21566"/>
                    <a:pt x="20835" y="21600"/>
                  </a:cubicBezTo>
                  <a:cubicBezTo>
                    <a:pt x="18957" y="20920"/>
                    <a:pt x="17078" y="20273"/>
                    <a:pt x="15200" y="19593"/>
                  </a:cubicBezTo>
                  <a:cubicBezTo>
                    <a:pt x="7687" y="16123"/>
                    <a:pt x="3931" y="12654"/>
                    <a:pt x="3931" y="9150"/>
                  </a:cubicBezTo>
                  <a:cubicBezTo>
                    <a:pt x="4870" y="6089"/>
                    <a:pt x="7687" y="3061"/>
                    <a:pt x="13322" y="0"/>
                  </a:cubicBezTo>
                  <a:cubicBezTo>
                    <a:pt x="10505" y="0"/>
                    <a:pt x="10505" y="0"/>
                    <a:pt x="10505" y="0"/>
                  </a:cubicBezTo>
                  <a:cubicBezTo>
                    <a:pt x="3931" y="3027"/>
                    <a:pt x="1113" y="6089"/>
                    <a:pt x="174" y="9150"/>
                  </a:cubicBezTo>
                  <a:cubicBezTo>
                    <a:pt x="-765" y="12654"/>
                    <a:pt x="2052" y="16123"/>
                    <a:pt x="9565" y="19627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4" name="Freeform 17"/>
            <p:cNvSpPr/>
            <p:nvPr/>
          </p:nvSpPr>
          <p:spPr>
            <a:xfrm>
              <a:off x="78276" y="2715463"/>
              <a:ext cx="78278" cy="4938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2541" y="3836"/>
                    <a:pt x="3812" y="7469"/>
                    <a:pt x="6353" y="11305"/>
                  </a:cubicBezTo>
                  <a:cubicBezTo>
                    <a:pt x="11435" y="14736"/>
                    <a:pt x="16518" y="18168"/>
                    <a:pt x="21600" y="21600"/>
                  </a:cubicBezTo>
                  <a:cubicBezTo>
                    <a:pt x="19059" y="17563"/>
                    <a:pt x="16518" y="13323"/>
                    <a:pt x="13976" y="9286"/>
                  </a:cubicBezTo>
                  <a:cubicBezTo>
                    <a:pt x="12706" y="9084"/>
                    <a:pt x="12706" y="8882"/>
                    <a:pt x="12706" y="8680"/>
                  </a:cubicBezTo>
                  <a:cubicBezTo>
                    <a:pt x="8894" y="5652"/>
                    <a:pt x="3812" y="2826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5" name="Freeform 18"/>
            <p:cNvSpPr/>
            <p:nvPr/>
          </p:nvSpPr>
          <p:spPr>
            <a:xfrm>
              <a:off x="769723" y="5250144"/>
              <a:ext cx="190102" cy="1025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3016"/>
                    <a:pt x="1054" y="6032"/>
                    <a:pt x="2634" y="9049"/>
                  </a:cubicBezTo>
                  <a:cubicBezTo>
                    <a:pt x="4215" y="11384"/>
                    <a:pt x="6322" y="13816"/>
                    <a:pt x="8956" y="16151"/>
                  </a:cubicBezTo>
                  <a:cubicBezTo>
                    <a:pt x="10010" y="16735"/>
                    <a:pt x="11590" y="17319"/>
                    <a:pt x="12644" y="17903"/>
                  </a:cubicBezTo>
                  <a:cubicBezTo>
                    <a:pt x="15805" y="19168"/>
                    <a:pt x="18439" y="20335"/>
                    <a:pt x="21600" y="21600"/>
                  </a:cubicBezTo>
                  <a:cubicBezTo>
                    <a:pt x="21073" y="21308"/>
                    <a:pt x="20546" y="20919"/>
                    <a:pt x="20020" y="20627"/>
                  </a:cubicBezTo>
                  <a:cubicBezTo>
                    <a:pt x="13698" y="16735"/>
                    <a:pt x="9483" y="12843"/>
                    <a:pt x="6849" y="8951"/>
                  </a:cubicBezTo>
                  <a:cubicBezTo>
                    <a:pt x="5795" y="6616"/>
                    <a:pt x="4741" y="4378"/>
                    <a:pt x="4215" y="2141"/>
                  </a:cubicBezTo>
                  <a:cubicBezTo>
                    <a:pt x="4215" y="2043"/>
                    <a:pt x="3688" y="1946"/>
                    <a:pt x="3688" y="1751"/>
                  </a:cubicBezTo>
                  <a:cubicBezTo>
                    <a:pt x="2634" y="1168"/>
                    <a:pt x="1054" y="584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6" name="Freeform 19"/>
            <p:cNvSpPr/>
            <p:nvPr/>
          </p:nvSpPr>
          <p:spPr>
            <a:xfrm>
              <a:off x="775314" y="1170426"/>
              <a:ext cx="2076203" cy="40480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36" y="21010"/>
                  </a:moveTo>
                  <a:cubicBezTo>
                    <a:pt x="480" y="18992"/>
                    <a:pt x="1248" y="17000"/>
                    <a:pt x="2400" y="15081"/>
                  </a:cubicBezTo>
                  <a:cubicBezTo>
                    <a:pt x="3600" y="13162"/>
                    <a:pt x="5232" y="11317"/>
                    <a:pt x="7152" y="9545"/>
                  </a:cubicBezTo>
                  <a:cubicBezTo>
                    <a:pt x="9072" y="7774"/>
                    <a:pt x="11280" y="6101"/>
                    <a:pt x="13680" y="4502"/>
                  </a:cubicBezTo>
                  <a:cubicBezTo>
                    <a:pt x="14880" y="3715"/>
                    <a:pt x="16176" y="2928"/>
                    <a:pt x="17472" y="2190"/>
                  </a:cubicBezTo>
                  <a:cubicBezTo>
                    <a:pt x="18144" y="1821"/>
                    <a:pt x="18816" y="1427"/>
                    <a:pt x="19488" y="1082"/>
                  </a:cubicBezTo>
                  <a:cubicBezTo>
                    <a:pt x="20208" y="713"/>
                    <a:pt x="20880" y="369"/>
                    <a:pt x="21600" y="25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0832" y="344"/>
                    <a:pt x="20160" y="689"/>
                    <a:pt x="19440" y="1058"/>
                  </a:cubicBezTo>
                  <a:cubicBezTo>
                    <a:pt x="18768" y="1402"/>
                    <a:pt x="18096" y="1771"/>
                    <a:pt x="17424" y="2165"/>
                  </a:cubicBezTo>
                  <a:cubicBezTo>
                    <a:pt x="16080" y="2903"/>
                    <a:pt x="14784" y="3666"/>
                    <a:pt x="13584" y="4453"/>
                  </a:cubicBezTo>
                  <a:cubicBezTo>
                    <a:pt x="11136" y="6052"/>
                    <a:pt x="8880" y="7725"/>
                    <a:pt x="6960" y="9496"/>
                  </a:cubicBezTo>
                  <a:cubicBezTo>
                    <a:pt x="4992" y="11243"/>
                    <a:pt x="3360" y="13113"/>
                    <a:pt x="2160" y="15031"/>
                  </a:cubicBezTo>
                  <a:cubicBezTo>
                    <a:pt x="912" y="16975"/>
                    <a:pt x="144" y="18968"/>
                    <a:pt x="0" y="21010"/>
                  </a:cubicBezTo>
                  <a:cubicBezTo>
                    <a:pt x="0" y="21059"/>
                    <a:pt x="0" y="21083"/>
                    <a:pt x="0" y="21133"/>
                  </a:cubicBezTo>
                  <a:cubicBezTo>
                    <a:pt x="96" y="21280"/>
                    <a:pt x="192" y="21452"/>
                    <a:pt x="336" y="21600"/>
                  </a:cubicBezTo>
                  <a:cubicBezTo>
                    <a:pt x="336" y="21403"/>
                    <a:pt x="336" y="21206"/>
                    <a:pt x="336" y="2101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7" name="Freeform 20"/>
            <p:cNvSpPr/>
            <p:nvPr/>
          </p:nvSpPr>
          <p:spPr>
            <a:xfrm>
              <a:off x="922549" y="6301291"/>
              <a:ext cx="162147" cy="337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320" y="7101"/>
                    <a:pt x="9874" y="14499"/>
                    <a:pt x="1604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4194" y="14499"/>
                    <a:pt x="6789" y="7101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8" name="Freeform 21"/>
            <p:cNvSpPr/>
            <p:nvPr/>
          </p:nvSpPr>
          <p:spPr>
            <a:xfrm>
              <a:off x="769723" y="5130865"/>
              <a:ext cx="37276" cy="221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0" y="19800"/>
                  </a:moveTo>
                  <a:cubicBezTo>
                    <a:pt x="18900" y="20700"/>
                    <a:pt x="21600" y="21150"/>
                    <a:pt x="21600" y="21600"/>
                  </a:cubicBezTo>
                  <a:cubicBezTo>
                    <a:pt x="21600" y="17100"/>
                    <a:pt x="21600" y="13050"/>
                    <a:pt x="21600" y="8550"/>
                  </a:cubicBezTo>
                  <a:cubicBezTo>
                    <a:pt x="13500" y="5850"/>
                    <a:pt x="8100" y="2700"/>
                    <a:pt x="2700" y="0"/>
                  </a:cubicBezTo>
                  <a:cubicBezTo>
                    <a:pt x="0" y="4050"/>
                    <a:pt x="0" y="7650"/>
                    <a:pt x="0" y="11700"/>
                  </a:cubicBezTo>
                  <a:cubicBezTo>
                    <a:pt x="5400" y="14400"/>
                    <a:pt x="13500" y="17100"/>
                    <a:pt x="18900" y="198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9" name="Freeform 22"/>
            <p:cNvSpPr/>
            <p:nvPr/>
          </p:nvSpPr>
          <p:spPr>
            <a:xfrm>
              <a:off x="849863" y="6016139"/>
              <a:ext cx="238559" cy="622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08" y="2880"/>
                  </a:moveTo>
                  <a:cubicBezTo>
                    <a:pt x="2077" y="1920"/>
                    <a:pt x="831" y="960"/>
                    <a:pt x="0" y="0"/>
                  </a:cubicBezTo>
                  <a:cubicBezTo>
                    <a:pt x="1246" y="2560"/>
                    <a:pt x="2908" y="5120"/>
                    <a:pt x="4985" y="7680"/>
                  </a:cubicBezTo>
                  <a:cubicBezTo>
                    <a:pt x="5400" y="8480"/>
                    <a:pt x="5815" y="9120"/>
                    <a:pt x="6646" y="9920"/>
                  </a:cubicBezTo>
                  <a:cubicBezTo>
                    <a:pt x="11215" y="13760"/>
                    <a:pt x="16200" y="17760"/>
                    <a:pt x="2118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031" y="17440"/>
                    <a:pt x="13292" y="13280"/>
                    <a:pt x="9969" y="8960"/>
                  </a:cubicBezTo>
                  <a:cubicBezTo>
                    <a:pt x="7477" y="6880"/>
                    <a:pt x="5400" y="4960"/>
                    <a:pt x="2908" y="288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343" name="Group 9"/>
          <p:cNvGrpSpPr/>
          <p:nvPr/>
        </p:nvGrpSpPr>
        <p:grpSpPr>
          <a:xfrm>
            <a:off x="27221" y="-786"/>
            <a:ext cx="2356674" cy="6854040"/>
            <a:chOff x="0" y="0"/>
            <a:chExt cx="2356673" cy="6854039"/>
          </a:xfrm>
        </p:grpSpPr>
        <p:sp>
          <p:nvSpPr>
            <p:cNvPr id="331" name="Freeform 27"/>
            <p:cNvSpPr/>
            <p:nvPr/>
          </p:nvSpPr>
          <p:spPr>
            <a:xfrm>
              <a:off x="0" y="-1"/>
              <a:ext cx="494327" cy="4401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8" y="4930"/>
                  </a:moveTo>
                  <a:cubicBezTo>
                    <a:pt x="2307" y="6762"/>
                    <a:pt x="3565" y="8617"/>
                    <a:pt x="5452" y="10448"/>
                  </a:cubicBezTo>
                  <a:cubicBezTo>
                    <a:pt x="7130" y="12279"/>
                    <a:pt x="9227" y="14110"/>
                    <a:pt x="11953" y="15942"/>
                  </a:cubicBezTo>
                  <a:cubicBezTo>
                    <a:pt x="14470" y="17773"/>
                    <a:pt x="17616" y="19581"/>
                    <a:pt x="21181" y="21389"/>
                  </a:cubicBezTo>
                  <a:cubicBezTo>
                    <a:pt x="21390" y="21459"/>
                    <a:pt x="21600" y="21530"/>
                    <a:pt x="21600" y="21600"/>
                  </a:cubicBezTo>
                  <a:cubicBezTo>
                    <a:pt x="21390" y="21248"/>
                    <a:pt x="20971" y="20872"/>
                    <a:pt x="20761" y="20520"/>
                  </a:cubicBezTo>
                  <a:cubicBezTo>
                    <a:pt x="20761" y="20450"/>
                    <a:pt x="20761" y="20379"/>
                    <a:pt x="20761" y="20332"/>
                  </a:cubicBezTo>
                  <a:cubicBezTo>
                    <a:pt x="17825" y="18853"/>
                    <a:pt x="15309" y="17397"/>
                    <a:pt x="13212" y="15918"/>
                  </a:cubicBezTo>
                  <a:cubicBezTo>
                    <a:pt x="10485" y="14087"/>
                    <a:pt x="8179" y="12279"/>
                    <a:pt x="6291" y="10424"/>
                  </a:cubicBezTo>
                  <a:cubicBezTo>
                    <a:pt x="4404" y="8593"/>
                    <a:pt x="2936" y="6762"/>
                    <a:pt x="1887" y="4907"/>
                  </a:cubicBezTo>
                  <a:cubicBezTo>
                    <a:pt x="1468" y="3991"/>
                    <a:pt x="1049" y="3076"/>
                    <a:pt x="629" y="2160"/>
                  </a:cubicBezTo>
                  <a:cubicBezTo>
                    <a:pt x="419" y="1432"/>
                    <a:pt x="210" y="728"/>
                    <a:pt x="2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28"/>
                    <a:pt x="210" y="1432"/>
                    <a:pt x="210" y="2160"/>
                  </a:cubicBezTo>
                  <a:cubicBezTo>
                    <a:pt x="629" y="3076"/>
                    <a:pt x="839" y="3991"/>
                    <a:pt x="1468" y="49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32" name="Freeform 28"/>
            <p:cNvSpPr/>
            <p:nvPr/>
          </p:nvSpPr>
          <p:spPr>
            <a:xfrm>
              <a:off x="523067" y="4317258"/>
              <a:ext cx="423436" cy="1580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09" y="14989"/>
                  </a:moveTo>
                  <a:cubicBezTo>
                    <a:pt x="15709" y="17215"/>
                    <a:pt x="18409" y="19440"/>
                    <a:pt x="21600" y="21600"/>
                  </a:cubicBezTo>
                  <a:cubicBezTo>
                    <a:pt x="21600" y="21142"/>
                    <a:pt x="21600" y="20618"/>
                    <a:pt x="21600" y="20160"/>
                  </a:cubicBezTo>
                  <a:cubicBezTo>
                    <a:pt x="21600" y="20095"/>
                    <a:pt x="21600" y="19964"/>
                    <a:pt x="21600" y="19898"/>
                  </a:cubicBezTo>
                  <a:cubicBezTo>
                    <a:pt x="19391" y="18196"/>
                    <a:pt x="17182" y="16495"/>
                    <a:pt x="15218" y="14793"/>
                  </a:cubicBezTo>
                  <a:cubicBezTo>
                    <a:pt x="9327" y="9949"/>
                    <a:pt x="4173" y="4975"/>
                    <a:pt x="0" y="0"/>
                  </a:cubicBezTo>
                  <a:cubicBezTo>
                    <a:pt x="491" y="1375"/>
                    <a:pt x="982" y="2749"/>
                    <a:pt x="1718" y="4124"/>
                  </a:cubicBezTo>
                  <a:cubicBezTo>
                    <a:pt x="5155" y="7789"/>
                    <a:pt x="8836" y="11389"/>
                    <a:pt x="13009" y="1498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33" name="Freeform 29"/>
            <p:cNvSpPr/>
            <p:nvPr/>
          </p:nvSpPr>
          <p:spPr>
            <a:xfrm>
              <a:off x="979074" y="5863468"/>
              <a:ext cx="431100" cy="990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" y="1565"/>
                  </a:moveTo>
                  <a:cubicBezTo>
                    <a:pt x="960" y="1043"/>
                    <a:pt x="480" y="522"/>
                    <a:pt x="0" y="0"/>
                  </a:cubicBezTo>
                  <a:cubicBezTo>
                    <a:pt x="0" y="939"/>
                    <a:pt x="0" y="1983"/>
                    <a:pt x="240" y="3026"/>
                  </a:cubicBezTo>
                  <a:cubicBezTo>
                    <a:pt x="3360" y="6470"/>
                    <a:pt x="6480" y="9913"/>
                    <a:pt x="10080" y="13252"/>
                  </a:cubicBezTo>
                  <a:cubicBezTo>
                    <a:pt x="12960" y="16070"/>
                    <a:pt x="16080" y="18887"/>
                    <a:pt x="1920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240" y="18783"/>
                    <a:pt x="15120" y="15861"/>
                    <a:pt x="12000" y="12835"/>
                  </a:cubicBezTo>
                  <a:cubicBezTo>
                    <a:pt x="8160" y="9183"/>
                    <a:pt x="4800" y="5322"/>
                    <a:pt x="1440" y="1565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34" name="Freeform 30"/>
            <p:cNvSpPr/>
            <p:nvPr/>
          </p:nvSpPr>
          <p:spPr>
            <a:xfrm>
              <a:off x="494326" y="4365158"/>
              <a:ext cx="551808" cy="2235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70" y="18917"/>
                  </a:moveTo>
                  <a:cubicBezTo>
                    <a:pt x="17468" y="17946"/>
                    <a:pt x="15965" y="16928"/>
                    <a:pt x="14650" y="15911"/>
                  </a:cubicBezTo>
                  <a:cubicBezTo>
                    <a:pt x="10706" y="12997"/>
                    <a:pt x="7701" y="9991"/>
                    <a:pt x="5447" y="6984"/>
                  </a:cubicBezTo>
                  <a:cubicBezTo>
                    <a:pt x="4132" y="5504"/>
                    <a:pt x="3193" y="3978"/>
                    <a:pt x="2442" y="2451"/>
                  </a:cubicBezTo>
                  <a:cubicBezTo>
                    <a:pt x="1690" y="1619"/>
                    <a:pt x="751" y="833"/>
                    <a:pt x="0" y="0"/>
                  </a:cubicBezTo>
                  <a:cubicBezTo>
                    <a:pt x="939" y="2359"/>
                    <a:pt x="2254" y="4718"/>
                    <a:pt x="3944" y="7030"/>
                  </a:cubicBezTo>
                  <a:cubicBezTo>
                    <a:pt x="6198" y="10083"/>
                    <a:pt x="9203" y="13090"/>
                    <a:pt x="12960" y="16050"/>
                  </a:cubicBezTo>
                  <a:cubicBezTo>
                    <a:pt x="14838" y="17484"/>
                    <a:pt x="16904" y="18964"/>
                    <a:pt x="19346" y="20397"/>
                  </a:cubicBezTo>
                  <a:cubicBezTo>
                    <a:pt x="20097" y="20767"/>
                    <a:pt x="20849" y="21184"/>
                    <a:pt x="21600" y="21600"/>
                  </a:cubicBezTo>
                  <a:cubicBezTo>
                    <a:pt x="21412" y="21461"/>
                    <a:pt x="21224" y="21322"/>
                    <a:pt x="21037" y="21184"/>
                  </a:cubicBezTo>
                  <a:cubicBezTo>
                    <a:pt x="20285" y="20444"/>
                    <a:pt x="19534" y="19657"/>
                    <a:pt x="18970" y="18917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35" name="Freeform 31"/>
            <p:cNvSpPr/>
            <p:nvPr/>
          </p:nvSpPr>
          <p:spPr>
            <a:xfrm>
              <a:off x="444311" y="1289983"/>
              <a:ext cx="170725" cy="3027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0" h="21600" extrusionOk="0">
                  <a:moveTo>
                    <a:pt x="9750" y="21600"/>
                  </a:moveTo>
                  <a:cubicBezTo>
                    <a:pt x="8550" y="21191"/>
                    <a:pt x="7950" y="20781"/>
                    <a:pt x="7350" y="20372"/>
                  </a:cubicBezTo>
                  <a:cubicBezTo>
                    <a:pt x="4350" y="18085"/>
                    <a:pt x="2550" y="15833"/>
                    <a:pt x="2550" y="13581"/>
                  </a:cubicBezTo>
                  <a:cubicBezTo>
                    <a:pt x="2550" y="11295"/>
                    <a:pt x="4350" y="9043"/>
                    <a:pt x="7350" y="6756"/>
                  </a:cubicBezTo>
                  <a:cubicBezTo>
                    <a:pt x="8550" y="5630"/>
                    <a:pt x="10350" y="4504"/>
                    <a:pt x="12750" y="3378"/>
                  </a:cubicBezTo>
                  <a:cubicBezTo>
                    <a:pt x="15150" y="2252"/>
                    <a:pt x="17550" y="1126"/>
                    <a:pt x="21150" y="0"/>
                  </a:cubicBezTo>
                  <a:cubicBezTo>
                    <a:pt x="20550" y="0"/>
                    <a:pt x="20550" y="0"/>
                    <a:pt x="20550" y="0"/>
                  </a:cubicBezTo>
                  <a:cubicBezTo>
                    <a:pt x="16950" y="1126"/>
                    <a:pt x="13950" y="2252"/>
                    <a:pt x="11550" y="3378"/>
                  </a:cubicBezTo>
                  <a:cubicBezTo>
                    <a:pt x="9150" y="4504"/>
                    <a:pt x="7350" y="5630"/>
                    <a:pt x="5550" y="6756"/>
                  </a:cubicBezTo>
                  <a:cubicBezTo>
                    <a:pt x="1950" y="9009"/>
                    <a:pt x="150" y="11295"/>
                    <a:pt x="150" y="13581"/>
                  </a:cubicBezTo>
                  <a:cubicBezTo>
                    <a:pt x="-450" y="15731"/>
                    <a:pt x="750" y="17915"/>
                    <a:pt x="3750" y="20099"/>
                  </a:cubicBezTo>
                  <a:cubicBezTo>
                    <a:pt x="5550" y="20576"/>
                    <a:pt x="7350" y="21088"/>
                    <a:pt x="9150" y="21566"/>
                  </a:cubicBezTo>
                  <a:cubicBezTo>
                    <a:pt x="9150" y="21566"/>
                    <a:pt x="9750" y="21600"/>
                    <a:pt x="9750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36" name="Freeform 32"/>
            <p:cNvSpPr/>
            <p:nvPr/>
          </p:nvSpPr>
          <p:spPr>
            <a:xfrm>
              <a:off x="1084453" y="6572386"/>
              <a:ext cx="134120" cy="2816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71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86" y="14644"/>
                    <a:pt x="6943" y="7322"/>
                    <a:pt x="0" y="0"/>
                  </a:cubicBezTo>
                  <a:cubicBezTo>
                    <a:pt x="4629" y="7322"/>
                    <a:pt x="10029" y="14644"/>
                    <a:pt x="16971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37" name="Freeform 33"/>
            <p:cNvSpPr/>
            <p:nvPr/>
          </p:nvSpPr>
          <p:spPr>
            <a:xfrm>
              <a:off x="475166" y="4108415"/>
              <a:ext cx="82390" cy="5115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82" y="10901"/>
                  </a:moveTo>
                  <a:cubicBezTo>
                    <a:pt x="10165" y="14535"/>
                    <a:pt x="16518" y="17966"/>
                    <a:pt x="21600" y="21600"/>
                  </a:cubicBezTo>
                  <a:cubicBezTo>
                    <a:pt x="17788" y="17361"/>
                    <a:pt x="15247" y="13121"/>
                    <a:pt x="12706" y="8882"/>
                  </a:cubicBezTo>
                  <a:cubicBezTo>
                    <a:pt x="12706" y="8882"/>
                    <a:pt x="11435" y="8680"/>
                    <a:pt x="11435" y="8680"/>
                  </a:cubicBezTo>
                  <a:cubicBezTo>
                    <a:pt x="7624" y="5854"/>
                    <a:pt x="3812" y="2826"/>
                    <a:pt x="0" y="0"/>
                  </a:cubicBezTo>
                  <a:cubicBezTo>
                    <a:pt x="0" y="404"/>
                    <a:pt x="0" y="1009"/>
                    <a:pt x="0" y="1615"/>
                  </a:cubicBezTo>
                  <a:cubicBezTo>
                    <a:pt x="1271" y="4643"/>
                    <a:pt x="3812" y="7873"/>
                    <a:pt x="5082" y="10901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38" name="Freeform 34"/>
            <p:cNvSpPr/>
            <p:nvPr/>
          </p:nvSpPr>
          <p:spPr>
            <a:xfrm>
              <a:off x="946501" y="3146585"/>
              <a:ext cx="1410173" cy="27168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" y="21030"/>
                  </a:moveTo>
                  <a:cubicBezTo>
                    <a:pt x="661" y="19052"/>
                    <a:pt x="1396" y="17037"/>
                    <a:pt x="2571" y="15097"/>
                  </a:cubicBezTo>
                  <a:cubicBezTo>
                    <a:pt x="3747" y="13196"/>
                    <a:pt x="5363" y="11332"/>
                    <a:pt x="7273" y="9583"/>
                  </a:cubicBezTo>
                  <a:cubicBezTo>
                    <a:pt x="9110" y="7796"/>
                    <a:pt x="11314" y="6123"/>
                    <a:pt x="13739" y="4525"/>
                  </a:cubicBezTo>
                  <a:cubicBezTo>
                    <a:pt x="14914" y="3727"/>
                    <a:pt x="16163" y="2928"/>
                    <a:pt x="17486" y="2206"/>
                  </a:cubicBezTo>
                  <a:cubicBezTo>
                    <a:pt x="18147" y="1825"/>
                    <a:pt x="18808" y="1445"/>
                    <a:pt x="19469" y="1065"/>
                  </a:cubicBezTo>
                  <a:cubicBezTo>
                    <a:pt x="20131" y="723"/>
                    <a:pt x="20865" y="342"/>
                    <a:pt x="21600" y="0"/>
                  </a:cubicBezTo>
                  <a:cubicBezTo>
                    <a:pt x="21527" y="0"/>
                    <a:pt x="21527" y="0"/>
                    <a:pt x="21527" y="0"/>
                  </a:cubicBezTo>
                  <a:cubicBezTo>
                    <a:pt x="20792" y="342"/>
                    <a:pt x="20057" y="685"/>
                    <a:pt x="19396" y="1027"/>
                  </a:cubicBezTo>
                  <a:cubicBezTo>
                    <a:pt x="18735" y="1407"/>
                    <a:pt x="18073" y="1787"/>
                    <a:pt x="17412" y="2130"/>
                  </a:cubicBezTo>
                  <a:cubicBezTo>
                    <a:pt x="16016" y="2890"/>
                    <a:pt x="14767" y="3651"/>
                    <a:pt x="13592" y="4449"/>
                  </a:cubicBezTo>
                  <a:cubicBezTo>
                    <a:pt x="11094" y="6046"/>
                    <a:pt x="8890" y="7720"/>
                    <a:pt x="6980" y="9469"/>
                  </a:cubicBezTo>
                  <a:cubicBezTo>
                    <a:pt x="4996" y="11256"/>
                    <a:pt x="3380" y="13120"/>
                    <a:pt x="2204" y="15059"/>
                  </a:cubicBezTo>
                  <a:cubicBezTo>
                    <a:pt x="955" y="16923"/>
                    <a:pt x="220" y="18900"/>
                    <a:pt x="0" y="20877"/>
                  </a:cubicBezTo>
                  <a:cubicBezTo>
                    <a:pt x="220" y="21106"/>
                    <a:pt x="367" y="21334"/>
                    <a:pt x="514" y="21600"/>
                  </a:cubicBezTo>
                  <a:cubicBezTo>
                    <a:pt x="514" y="21410"/>
                    <a:pt x="514" y="21220"/>
                    <a:pt x="588" y="210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39" name="Freeform 35"/>
            <p:cNvSpPr/>
            <p:nvPr/>
          </p:nvSpPr>
          <p:spPr>
            <a:xfrm>
              <a:off x="1046133" y="6601126"/>
              <a:ext cx="120709" cy="2529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320" y="7336"/>
                    <a:pt x="10368" y="14672"/>
                    <a:pt x="1641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24" y="14672"/>
                    <a:pt x="6912" y="7336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40" name="Freeform 36"/>
            <p:cNvSpPr/>
            <p:nvPr/>
          </p:nvSpPr>
          <p:spPr>
            <a:xfrm>
              <a:off x="946501" y="5897956"/>
              <a:ext cx="137953" cy="6744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4596"/>
                    <a:pt x="1490" y="9191"/>
                    <a:pt x="5214" y="13634"/>
                  </a:cubicBezTo>
                  <a:cubicBezTo>
                    <a:pt x="8193" y="15013"/>
                    <a:pt x="10428" y="16545"/>
                    <a:pt x="13407" y="17923"/>
                  </a:cubicBezTo>
                  <a:cubicBezTo>
                    <a:pt x="16386" y="19149"/>
                    <a:pt x="18621" y="20374"/>
                    <a:pt x="21600" y="21600"/>
                  </a:cubicBezTo>
                  <a:cubicBezTo>
                    <a:pt x="20855" y="21294"/>
                    <a:pt x="20855" y="20987"/>
                    <a:pt x="20110" y="20681"/>
                  </a:cubicBezTo>
                  <a:cubicBezTo>
                    <a:pt x="11917" y="15013"/>
                    <a:pt x="7448" y="9191"/>
                    <a:pt x="5959" y="3370"/>
                  </a:cubicBezTo>
                  <a:cubicBezTo>
                    <a:pt x="5214" y="2757"/>
                    <a:pt x="3724" y="2298"/>
                    <a:pt x="2979" y="1685"/>
                  </a:cubicBezTo>
                  <a:cubicBezTo>
                    <a:pt x="1490" y="1072"/>
                    <a:pt x="745" y="460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41" name="Freeform 37"/>
            <p:cNvSpPr/>
            <p:nvPr/>
          </p:nvSpPr>
          <p:spPr>
            <a:xfrm>
              <a:off x="946501" y="5773415"/>
              <a:ext cx="38321" cy="2280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1700"/>
                  </a:moveTo>
                  <a:cubicBezTo>
                    <a:pt x="2700" y="13050"/>
                    <a:pt x="5400" y="14850"/>
                    <a:pt x="10800" y="16650"/>
                  </a:cubicBezTo>
                  <a:cubicBezTo>
                    <a:pt x="13500" y="18450"/>
                    <a:pt x="18900" y="19800"/>
                    <a:pt x="21600" y="21600"/>
                  </a:cubicBezTo>
                  <a:cubicBezTo>
                    <a:pt x="18900" y="17100"/>
                    <a:pt x="18900" y="12600"/>
                    <a:pt x="18900" y="8550"/>
                  </a:cubicBezTo>
                  <a:cubicBezTo>
                    <a:pt x="13500" y="5400"/>
                    <a:pt x="8100" y="2700"/>
                    <a:pt x="0" y="0"/>
                  </a:cubicBezTo>
                  <a:cubicBezTo>
                    <a:pt x="0" y="450"/>
                    <a:pt x="0" y="1350"/>
                    <a:pt x="0" y="1800"/>
                  </a:cubicBezTo>
                  <a:cubicBezTo>
                    <a:pt x="0" y="4950"/>
                    <a:pt x="0" y="8550"/>
                    <a:pt x="0" y="117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42" name="Freeform 38"/>
            <p:cNvSpPr/>
            <p:nvPr/>
          </p:nvSpPr>
          <p:spPr>
            <a:xfrm>
              <a:off x="979074" y="6323307"/>
              <a:ext cx="210760" cy="5307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400" y="5449"/>
                  </a:moveTo>
                  <a:cubicBezTo>
                    <a:pt x="3436" y="3697"/>
                    <a:pt x="1964" y="1751"/>
                    <a:pt x="0" y="0"/>
                  </a:cubicBezTo>
                  <a:cubicBezTo>
                    <a:pt x="1473" y="3114"/>
                    <a:pt x="3436" y="6422"/>
                    <a:pt x="5400" y="9535"/>
                  </a:cubicBezTo>
                  <a:cubicBezTo>
                    <a:pt x="5891" y="10119"/>
                    <a:pt x="6382" y="10703"/>
                    <a:pt x="6873" y="11286"/>
                  </a:cubicBezTo>
                  <a:cubicBezTo>
                    <a:pt x="10800" y="14789"/>
                    <a:pt x="14727" y="18292"/>
                    <a:pt x="1914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182" y="17903"/>
                    <a:pt x="13745" y="14011"/>
                    <a:pt x="10800" y="10119"/>
                  </a:cubicBezTo>
                  <a:cubicBezTo>
                    <a:pt x="8836" y="8562"/>
                    <a:pt x="7364" y="7005"/>
                    <a:pt x="5400" y="544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4" name="Rectangle 6"/>
          <p:cNvSpPr/>
          <p:nvPr/>
        </p:nvSpPr>
        <p:spPr>
          <a:xfrm>
            <a:off x="-1" y="0"/>
            <a:ext cx="182882" cy="6858000"/>
          </a:xfrm>
          <a:prstGeom prst="rect">
            <a:avLst/>
          </a:prstGeom>
          <a:solidFill>
            <a:srgbClr val="766F5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5" name="Title Text"/>
          <p:cNvSpPr txBox="1">
            <a:spLocks noGrp="1"/>
          </p:cNvSpPr>
          <p:nvPr>
            <p:ph type="title"/>
          </p:nvPr>
        </p:nvSpPr>
        <p:spPr>
          <a:xfrm>
            <a:off x="2849948" y="609600"/>
            <a:ext cx="8393927" cy="2895600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34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589211" y="4343400"/>
            <a:ext cx="8915401" cy="838200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None/>
              <a:defRPr sz="2400">
                <a:solidFill>
                  <a:schemeClr val="accent1"/>
                </a:solidFill>
              </a:defRPr>
            </a:lvl1pPr>
            <a:lvl2pPr marL="0" indent="457200">
              <a:buClrTx/>
              <a:buSzTx/>
              <a:buNone/>
              <a:defRPr sz="2400">
                <a:solidFill>
                  <a:schemeClr val="accent1"/>
                </a:solidFill>
              </a:defRPr>
            </a:lvl2pPr>
            <a:lvl3pPr marL="0" indent="914400">
              <a:buClrTx/>
              <a:buSzTx/>
              <a:buNone/>
              <a:defRPr sz="2400">
                <a:solidFill>
                  <a:schemeClr val="accent1"/>
                </a:solidFill>
              </a:defRPr>
            </a:lvl3pPr>
            <a:lvl4pPr marL="0" indent="1371600">
              <a:buClrTx/>
              <a:buSzTx/>
              <a:buNone/>
              <a:defRPr sz="2400">
                <a:solidFill>
                  <a:schemeClr val="accent1"/>
                </a:solidFill>
              </a:defRPr>
            </a:lvl4pPr>
            <a:lvl5pPr marL="0" indent="1828800">
              <a:buClrTx/>
              <a:buSzTx/>
              <a:buNone/>
              <a:defRPr sz="2400">
                <a:solidFill>
                  <a:schemeClr val="accent1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2589213" y="5181599"/>
            <a:ext cx="8915401" cy="729624"/>
          </a:xfrm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None/>
              <a:defRPr>
                <a:solidFill>
                  <a:srgbClr val="595959"/>
                </a:solidFill>
              </a:defRPr>
            </a:pPr>
            <a:endParaRPr/>
          </a:p>
        </p:txBody>
      </p:sp>
      <p:sp>
        <p:nvSpPr>
          <p:cNvPr id="348" name="Freeform 11"/>
          <p:cNvSpPr/>
          <p:nvPr/>
        </p:nvSpPr>
        <p:spPr>
          <a:xfrm flipV="1">
            <a:off x="-4189" y="4911725"/>
            <a:ext cx="1595613" cy="5072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8" h="21600" extrusionOk="0">
                <a:moveTo>
                  <a:pt x="21472" y="10154"/>
                </a:moveTo>
                <a:lnTo>
                  <a:pt x="18377" y="406"/>
                </a:lnTo>
                <a:cubicBezTo>
                  <a:pt x="18356" y="337"/>
                  <a:pt x="18331" y="272"/>
                  <a:pt x="18310" y="203"/>
                </a:cubicBezTo>
                <a:cubicBezTo>
                  <a:pt x="18247" y="0"/>
                  <a:pt x="18182" y="0"/>
                  <a:pt x="18117" y="0"/>
                </a:cubicBezTo>
                <a:lnTo>
                  <a:pt x="16891" y="0"/>
                </a:lnTo>
                <a:lnTo>
                  <a:pt x="0" y="151"/>
                </a:lnTo>
                <a:cubicBezTo>
                  <a:pt x="19" y="7301"/>
                  <a:pt x="39" y="14450"/>
                  <a:pt x="58" y="21600"/>
                </a:cubicBezTo>
                <a:lnTo>
                  <a:pt x="16891" y="21527"/>
                </a:lnTo>
                <a:lnTo>
                  <a:pt x="18117" y="21527"/>
                </a:lnTo>
                <a:cubicBezTo>
                  <a:pt x="18182" y="21527"/>
                  <a:pt x="18247" y="21324"/>
                  <a:pt x="18310" y="21324"/>
                </a:cubicBezTo>
                <a:cubicBezTo>
                  <a:pt x="18310" y="21120"/>
                  <a:pt x="18377" y="21120"/>
                  <a:pt x="18377" y="21120"/>
                </a:cubicBezTo>
                <a:lnTo>
                  <a:pt x="21472" y="11372"/>
                </a:lnTo>
                <a:cubicBezTo>
                  <a:pt x="21600" y="10966"/>
                  <a:pt x="21600" y="10560"/>
                  <a:pt x="21472" y="1015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9" name="TextBox 16"/>
          <p:cNvSpPr txBox="1"/>
          <p:nvPr/>
        </p:nvSpPr>
        <p:spPr>
          <a:xfrm>
            <a:off x="2513372" y="327092"/>
            <a:ext cx="518161" cy="1226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“</a:t>
            </a:r>
          </a:p>
        </p:txBody>
      </p:sp>
      <p:sp>
        <p:nvSpPr>
          <p:cNvPr id="350" name="TextBox 17"/>
          <p:cNvSpPr txBox="1"/>
          <p:nvPr/>
        </p:nvSpPr>
        <p:spPr>
          <a:xfrm>
            <a:off x="11160571" y="2584393"/>
            <a:ext cx="518161" cy="1226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”</a:t>
            </a:r>
          </a:p>
        </p:txBody>
      </p:sp>
      <p:sp>
        <p:nvSpPr>
          <p:cNvPr id="3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925905" y="4967529"/>
            <a:ext cx="385675" cy="396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roup 22"/>
          <p:cNvGrpSpPr/>
          <p:nvPr/>
        </p:nvGrpSpPr>
        <p:grpSpPr>
          <a:xfrm>
            <a:off x="0" y="228599"/>
            <a:ext cx="2851518" cy="6638630"/>
            <a:chOff x="0" y="0"/>
            <a:chExt cx="2851516" cy="6638628"/>
          </a:xfrm>
        </p:grpSpPr>
        <p:sp>
          <p:nvSpPr>
            <p:cNvPr id="358" name="Freeform 11"/>
            <p:cNvSpPr/>
            <p:nvPr/>
          </p:nvSpPr>
          <p:spPr>
            <a:xfrm>
              <a:off x="-1" y="2346443"/>
              <a:ext cx="100643" cy="6262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19636" y="18582"/>
                    <a:pt x="18655" y="15724"/>
                    <a:pt x="16691" y="12706"/>
                  </a:cubicBezTo>
                  <a:cubicBezTo>
                    <a:pt x="10800" y="8576"/>
                    <a:pt x="5891" y="4288"/>
                    <a:pt x="0" y="0"/>
                  </a:cubicBezTo>
                  <a:cubicBezTo>
                    <a:pt x="0" y="5559"/>
                    <a:pt x="0" y="5559"/>
                    <a:pt x="0" y="5559"/>
                  </a:cubicBezTo>
                  <a:cubicBezTo>
                    <a:pt x="5891" y="10165"/>
                    <a:pt x="12764" y="14929"/>
                    <a:pt x="19636" y="19694"/>
                  </a:cubicBezTo>
                  <a:cubicBezTo>
                    <a:pt x="19636" y="20329"/>
                    <a:pt x="20618" y="20965"/>
                    <a:pt x="21600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59" name="Freeform 12"/>
            <p:cNvSpPr/>
            <p:nvPr/>
          </p:nvSpPr>
          <p:spPr>
            <a:xfrm>
              <a:off x="128598" y="2927929"/>
              <a:ext cx="646718" cy="23222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69" y="15000"/>
                  </a:moveTo>
                  <a:cubicBezTo>
                    <a:pt x="15891" y="17229"/>
                    <a:pt x="18514" y="19414"/>
                    <a:pt x="21446" y="21600"/>
                  </a:cubicBezTo>
                  <a:cubicBezTo>
                    <a:pt x="21446" y="21214"/>
                    <a:pt x="21446" y="20871"/>
                    <a:pt x="21600" y="20486"/>
                  </a:cubicBezTo>
                  <a:cubicBezTo>
                    <a:pt x="19131" y="18643"/>
                    <a:pt x="16817" y="16757"/>
                    <a:pt x="14657" y="14871"/>
                  </a:cubicBezTo>
                  <a:cubicBezTo>
                    <a:pt x="8949" y="9986"/>
                    <a:pt x="4166" y="5014"/>
                    <a:pt x="0" y="0"/>
                  </a:cubicBezTo>
                  <a:cubicBezTo>
                    <a:pt x="309" y="857"/>
                    <a:pt x="617" y="1757"/>
                    <a:pt x="926" y="2614"/>
                  </a:cubicBezTo>
                  <a:cubicBezTo>
                    <a:pt x="4629" y="6771"/>
                    <a:pt x="8640" y="10929"/>
                    <a:pt x="13269" y="150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0" name="Freeform 13"/>
            <p:cNvSpPr/>
            <p:nvPr/>
          </p:nvSpPr>
          <p:spPr>
            <a:xfrm>
              <a:off x="806998" y="5218460"/>
              <a:ext cx="609443" cy="14201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9" y="1543"/>
                  </a:moveTo>
                  <a:cubicBezTo>
                    <a:pt x="818" y="1052"/>
                    <a:pt x="327" y="561"/>
                    <a:pt x="0" y="0"/>
                  </a:cubicBezTo>
                  <a:cubicBezTo>
                    <a:pt x="0" y="701"/>
                    <a:pt x="0" y="1332"/>
                    <a:pt x="0" y="2034"/>
                  </a:cubicBezTo>
                  <a:cubicBezTo>
                    <a:pt x="3436" y="5961"/>
                    <a:pt x="7200" y="9818"/>
                    <a:pt x="11127" y="13605"/>
                  </a:cubicBezTo>
                  <a:cubicBezTo>
                    <a:pt x="13909" y="16270"/>
                    <a:pt x="17018" y="18935"/>
                    <a:pt x="20127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491" y="18865"/>
                    <a:pt x="15382" y="16130"/>
                    <a:pt x="12600" y="13325"/>
                  </a:cubicBezTo>
                  <a:cubicBezTo>
                    <a:pt x="8509" y="9468"/>
                    <a:pt x="4745" y="5540"/>
                    <a:pt x="1309" y="1543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1" name="Freeform 14"/>
            <p:cNvSpPr/>
            <p:nvPr/>
          </p:nvSpPr>
          <p:spPr>
            <a:xfrm>
              <a:off x="959824" y="6275198"/>
              <a:ext cx="171465" cy="3634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346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4011" y="14491"/>
                    <a:pt x="7005" y="7382"/>
                    <a:pt x="0" y="0"/>
                  </a:cubicBezTo>
                  <a:cubicBezTo>
                    <a:pt x="4670" y="7382"/>
                    <a:pt x="9924" y="14491"/>
                    <a:pt x="16346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2" name="Freeform 15"/>
            <p:cNvSpPr/>
            <p:nvPr/>
          </p:nvSpPr>
          <p:spPr>
            <a:xfrm>
              <a:off x="100641" y="2972659"/>
              <a:ext cx="821909" cy="3328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58" y="19745"/>
                  </a:moveTo>
                  <a:cubicBezTo>
                    <a:pt x="17596" y="18489"/>
                    <a:pt x="15775" y="17232"/>
                    <a:pt x="14076" y="15976"/>
                  </a:cubicBezTo>
                  <a:cubicBezTo>
                    <a:pt x="10193" y="13074"/>
                    <a:pt x="7160" y="10082"/>
                    <a:pt x="4854" y="7060"/>
                  </a:cubicBezTo>
                  <a:cubicBezTo>
                    <a:pt x="3519" y="5235"/>
                    <a:pt x="2427" y="3381"/>
                    <a:pt x="1456" y="1526"/>
                  </a:cubicBezTo>
                  <a:cubicBezTo>
                    <a:pt x="971" y="1017"/>
                    <a:pt x="485" y="509"/>
                    <a:pt x="0" y="0"/>
                  </a:cubicBezTo>
                  <a:cubicBezTo>
                    <a:pt x="971" y="2363"/>
                    <a:pt x="2306" y="4757"/>
                    <a:pt x="4004" y="7090"/>
                  </a:cubicBezTo>
                  <a:cubicBezTo>
                    <a:pt x="6189" y="10142"/>
                    <a:pt x="9222" y="13134"/>
                    <a:pt x="12984" y="16065"/>
                  </a:cubicBezTo>
                  <a:cubicBezTo>
                    <a:pt x="14926" y="17531"/>
                    <a:pt x="17110" y="18967"/>
                    <a:pt x="19416" y="20373"/>
                  </a:cubicBezTo>
                  <a:cubicBezTo>
                    <a:pt x="20144" y="20792"/>
                    <a:pt x="20872" y="21181"/>
                    <a:pt x="21600" y="21600"/>
                  </a:cubicBezTo>
                  <a:cubicBezTo>
                    <a:pt x="21357" y="21450"/>
                    <a:pt x="21236" y="21331"/>
                    <a:pt x="21115" y="21181"/>
                  </a:cubicBezTo>
                  <a:cubicBezTo>
                    <a:pt x="20508" y="20702"/>
                    <a:pt x="20022" y="20224"/>
                    <a:pt x="19658" y="19745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3" name="Freeform 16"/>
            <p:cNvSpPr/>
            <p:nvPr/>
          </p:nvSpPr>
          <p:spPr>
            <a:xfrm>
              <a:off x="26126" y="0"/>
              <a:ext cx="102473" cy="29279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35" h="21600" extrusionOk="0">
                  <a:moveTo>
                    <a:pt x="9565" y="19627"/>
                  </a:moveTo>
                  <a:cubicBezTo>
                    <a:pt x="10505" y="19763"/>
                    <a:pt x="10505" y="19899"/>
                    <a:pt x="10505" y="20035"/>
                  </a:cubicBezTo>
                  <a:cubicBezTo>
                    <a:pt x="13322" y="20511"/>
                    <a:pt x="17078" y="20988"/>
                    <a:pt x="19896" y="21498"/>
                  </a:cubicBezTo>
                  <a:cubicBezTo>
                    <a:pt x="19896" y="21532"/>
                    <a:pt x="19896" y="21566"/>
                    <a:pt x="20835" y="21600"/>
                  </a:cubicBezTo>
                  <a:cubicBezTo>
                    <a:pt x="18957" y="20920"/>
                    <a:pt x="17078" y="20273"/>
                    <a:pt x="15200" y="19593"/>
                  </a:cubicBezTo>
                  <a:cubicBezTo>
                    <a:pt x="7687" y="16123"/>
                    <a:pt x="3931" y="12654"/>
                    <a:pt x="3931" y="9150"/>
                  </a:cubicBezTo>
                  <a:cubicBezTo>
                    <a:pt x="4870" y="6089"/>
                    <a:pt x="7687" y="3061"/>
                    <a:pt x="13322" y="0"/>
                  </a:cubicBezTo>
                  <a:cubicBezTo>
                    <a:pt x="10505" y="0"/>
                    <a:pt x="10505" y="0"/>
                    <a:pt x="10505" y="0"/>
                  </a:cubicBezTo>
                  <a:cubicBezTo>
                    <a:pt x="3931" y="3027"/>
                    <a:pt x="1113" y="6089"/>
                    <a:pt x="174" y="9150"/>
                  </a:cubicBezTo>
                  <a:cubicBezTo>
                    <a:pt x="-765" y="12654"/>
                    <a:pt x="2052" y="16123"/>
                    <a:pt x="9565" y="19627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4" name="Freeform 17"/>
            <p:cNvSpPr/>
            <p:nvPr/>
          </p:nvSpPr>
          <p:spPr>
            <a:xfrm>
              <a:off x="78276" y="2715463"/>
              <a:ext cx="78278" cy="4938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2541" y="3836"/>
                    <a:pt x="3812" y="7469"/>
                    <a:pt x="6353" y="11305"/>
                  </a:cubicBezTo>
                  <a:cubicBezTo>
                    <a:pt x="11435" y="14736"/>
                    <a:pt x="16518" y="18168"/>
                    <a:pt x="21600" y="21600"/>
                  </a:cubicBezTo>
                  <a:cubicBezTo>
                    <a:pt x="19059" y="17563"/>
                    <a:pt x="16518" y="13323"/>
                    <a:pt x="13976" y="9286"/>
                  </a:cubicBezTo>
                  <a:cubicBezTo>
                    <a:pt x="12706" y="9084"/>
                    <a:pt x="12706" y="8882"/>
                    <a:pt x="12706" y="8680"/>
                  </a:cubicBezTo>
                  <a:cubicBezTo>
                    <a:pt x="8894" y="5652"/>
                    <a:pt x="3812" y="2826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5" name="Freeform 18"/>
            <p:cNvSpPr/>
            <p:nvPr/>
          </p:nvSpPr>
          <p:spPr>
            <a:xfrm>
              <a:off x="769723" y="5250144"/>
              <a:ext cx="190102" cy="1025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3016"/>
                    <a:pt x="1054" y="6032"/>
                    <a:pt x="2634" y="9049"/>
                  </a:cubicBezTo>
                  <a:cubicBezTo>
                    <a:pt x="4215" y="11384"/>
                    <a:pt x="6322" y="13816"/>
                    <a:pt x="8956" y="16151"/>
                  </a:cubicBezTo>
                  <a:cubicBezTo>
                    <a:pt x="10010" y="16735"/>
                    <a:pt x="11590" y="17319"/>
                    <a:pt x="12644" y="17903"/>
                  </a:cubicBezTo>
                  <a:cubicBezTo>
                    <a:pt x="15805" y="19168"/>
                    <a:pt x="18439" y="20335"/>
                    <a:pt x="21600" y="21600"/>
                  </a:cubicBezTo>
                  <a:cubicBezTo>
                    <a:pt x="21073" y="21308"/>
                    <a:pt x="20546" y="20919"/>
                    <a:pt x="20020" y="20627"/>
                  </a:cubicBezTo>
                  <a:cubicBezTo>
                    <a:pt x="13698" y="16735"/>
                    <a:pt x="9483" y="12843"/>
                    <a:pt x="6849" y="8951"/>
                  </a:cubicBezTo>
                  <a:cubicBezTo>
                    <a:pt x="5795" y="6616"/>
                    <a:pt x="4741" y="4378"/>
                    <a:pt x="4215" y="2141"/>
                  </a:cubicBezTo>
                  <a:cubicBezTo>
                    <a:pt x="4215" y="2043"/>
                    <a:pt x="3688" y="1946"/>
                    <a:pt x="3688" y="1751"/>
                  </a:cubicBezTo>
                  <a:cubicBezTo>
                    <a:pt x="2634" y="1168"/>
                    <a:pt x="1054" y="584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6" name="Freeform 19"/>
            <p:cNvSpPr/>
            <p:nvPr/>
          </p:nvSpPr>
          <p:spPr>
            <a:xfrm>
              <a:off x="775314" y="1170426"/>
              <a:ext cx="2076203" cy="40480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36" y="21010"/>
                  </a:moveTo>
                  <a:cubicBezTo>
                    <a:pt x="480" y="18992"/>
                    <a:pt x="1248" y="17000"/>
                    <a:pt x="2400" y="15081"/>
                  </a:cubicBezTo>
                  <a:cubicBezTo>
                    <a:pt x="3600" y="13162"/>
                    <a:pt x="5232" y="11317"/>
                    <a:pt x="7152" y="9545"/>
                  </a:cubicBezTo>
                  <a:cubicBezTo>
                    <a:pt x="9072" y="7774"/>
                    <a:pt x="11280" y="6101"/>
                    <a:pt x="13680" y="4502"/>
                  </a:cubicBezTo>
                  <a:cubicBezTo>
                    <a:pt x="14880" y="3715"/>
                    <a:pt x="16176" y="2928"/>
                    <a:pt x="17472" y="2190"/>
                  </a:cubicBezTo>
                  <a:cubicBezTo>
                    <a:pt x="18144" y="1821"/>
                    <a:pt x="18816" y="1427"/>
                    <a:pt x="19488" y="1082"/>
                  </a:cubicBezTo>
                  <a:cubicBezTo>
                    <a:pt x="20208" y="713"/>
                    <a:pt x="20880" y="369"/>
                    <a:pt x="21600" y="25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0832" y="344"/>
                    <a:pt x="20160" y="689"/>
                    <a:pt x="19440" y="1058"/>
                  </a:cubicBezTo>
                  <a:cubicBezTo>
                    <a:pt x="18768" y="1402"/>
                    <a:pt x="18096" y="1771"/>
                    <a:pt x="17424" y="2165"/>
                  </a:cubicBezTo>
                  <a:cubicBezTo>
                    <a:pt x="16080" y="2903"/>
                    <a:pt x="14784" y="3666"/>
                    <a:pt x="13584" y="4453"/>
                  </a:cubicBezTo>
                  <a:cubicBezTo>
                    <a:pt x="11136" y="6052"/>
                    <a:pt x="8880" y="7725"/>
                    <a:pt x="6960" y="9496"/>
                  </a:cubicBezTo>
                  <a:cubicBezTo>
                    <a:pt x="4992" y="11243"/>
                    <a:pt x="3360" y="13113"/>
                    <a:pt x="2160" y="15031"/>
                  </a:cubicBezTo>
                  <a:cubicBezTo>
                    <a:pt x="912" y="16975"/>
                    <a:pt x="144" y="18968"/>
                    <a:pt x="0" y="21010"/>
                  </a:cubicBezTo>
                  <a:cubicBezTo>
                    <a:pt x="0" y="21059"/>
                    <a:pt x="0" y="21083"/>
                    <a:pt x="0" y="21133"/>
                  </a:cubicBezTo>
                  <a:cubicBezTo>
                    <a:pt x="96" y="21280"/>
                    <a:pt x="192" y="21452"/>
                    <a:pt x="336" y="21600"/>
                  </a:cubicBezTo>
                  <a:cubicBezTo>
                    <a:pt x="336" y="21403"/>
                    <a:pt x="336" y="21206"/>
                    <a:pt x="336" y="2101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7" name="Freeform 20"/>
            <p:cNvSpPr/>
            <p:nvPr/>
          </p:nvSpPr>
          <p:spPr>
            <a:xfrm>
              <a:off x="922549" y="6301291"/>
              <a:ext cx="162147" cy="337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320" y="7101"/>
                    <a:pt x="9874" y="14499"/>
                    <a:pt x="1604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4194" y="14499"/>
                    <a:pt x="6789" y="7101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8" name="Freeform 21"/>
            <p:cNvSpPr/>
            <p:nvPr/>
          </p:nvSpPr>
          <p:spPr>
            <a:xfrm>
              <a:off x="769723" y="5130865"/>
              <a:ext cx="37276" cy="221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0" y="19800"/>
                  </a:moveTo>
                  <a:cubicBezTo>
                    <a:pt x="18900" y="20700"/>
                    <a:pt x="21600" y="21150"/>
                    <a:pt x="21600" y="21600"/>
                  </a:cubicBezTo>
                  <a:cubicBezTo>
                    <a:pt x="21600" y="17100"/>
                    <a:pt x="21600" y="13050"/>
                    <a:pt x="21600" y="8550"/>
                  </a:cubicBezTo>
                  <a:cubicBezTo>
                    <a:pt x="13500" y="5850"/>
                    <a:pt x="8100" y="2700"/>
                    <a:pt x="2700" y="0"/>
                  </a:cubicBezTo>
                  <a:cubicBezTo>
                    <a:pt x="0" y="4050"/>
                    <a:pt x="0" y="7650"/>
                    <a:pt x="0" y="11700"/>
                  </a:cubicBezTo>
                  <a:cubicBezTo>
                    <a:pt x="5400" y="14400"/>
                    <a:pt x="13500" y="17100"/>
                    <a:pt x="18900" y="198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9" name="Freeform 22"/>
            <p:cNvSpPr/>
            <p:nvPr/>
          </p:nvSpPr>
          <p:spPr>
            <a:xfrm>
              <a:off x="849863" y="6016139"/>
              <a:ext cx="238559" cy="622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08" y="2880"/>
                  </a:moveTo>
                  <a:cubicBezTo>
                    <a:pt x="2077" y="1920"/>
                    <a:pt x="831" y="960"/>
                    <a:pt x="0" y="0"/>
                  </a:cubicBezTo>
                  <a:cubicBezTo>
                    <a:pt x="1246" y="2560"/>
                    <a:pt x="2908" y="5120"/>
                    <a:pt x="4985" y="7680"/>
                  </a:cubicBezTo>
                  <a:cubicBezTo>
                    <a:pt x="5400" y="8480"/>
                    <a:pt x="5815" y="9120"/>
                    <a:pt x="6646" y="9920"/>
                  </a:cubicBezTo>
                  <a:cubicBezTo>
                    <a:pt x="11215" y="13760"/>
                    <a:pt x="16200" y="17760"/>
                    <a:pt x="2118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031" y="17440"/>
                    <a:pt x="13292" y="13280"/>
                    <a:pt x="9969" y="8960"/>
                  </a:cubicBezTo>
                  <a:cubicBezTo>
                    <a:pt x="7477" y="6880"/>
                    <a:pt x="5400" y="4960"/>
                    <a:pt x="2908" y="288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383" name="Group 9"/>
          <p:cNvGrpSpPr/>
          <p:nvPr/>
        </p:nvGrpSpPr>
        <p:grpSpPr>
          <a:xfrm>
            <a:off x="27221" y="-786"/>
            <a:ext cx="2356674" cy="6854040"/>
            <a:chOff x="0" y="0"/>
            <a:chExt cx="2356673" cy="6854039"/>
          </a:xfrm>
        </p:grpSpPr>
        <p:sp>
          <p:nvSpPr>
            <p:cNvPr id="371" name="Freeform 27"/>
            <p:cNvSpPr/>
            <p:nvPr/>
          </p:nvSpPr>
          <p:spPr>
            <a:xfrm>
              <a:off x="0" y="-1"/>
              <a:ext cx="494327" cy="4401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8" y="4930"/>
                  </a:moveTo>
                  <a:cubicBezTo>
                    <a:pt x="2307" y="6762"/>
                    <a:pt x="3565" y="8617"/>
                    <a:pt x="5452" y="10448"/>
                  </a:cubicBezTo>
                  <a:cubicBezTo>
                    <a:pt x="7130" y="12279"/>
                    <a:pt x="9227" y="14110"/>
                    <a:pt x="11953" y="15942"/>
                  </a:cubicBezTo>
                  <a:cubicBezTo>
                    <a:pt x="14470" y="17773"/>
                    <a:pt x="17616" y="19581"/>
                    <a:pt x="21181" y="21389"/>
                  </a:cubicBezTo>
                  <a:cubicBezTo>
                    <a:pt x="21390" y="21459"/>
                    <a:pt x="21600" y="21530"/>
                    <a:pt x="21600" y="21600"/>
                  </a:cubicBezTo>
                  <a:cubicBezTo>
                    <a:pt x="21390" y="21248"/>
                    <a:pt x="20971" y="20872"/>
                    <a:pt x="20761" y="20520"/>
                  </a:cubicBezTo>
                  <a:cubicBezTo>
                    <a:pt x="20761" y="20450"/>
                    <a:pt x="20761" y="20379"/>
                    <a:pt x="20761" y="20332"/>
                  </a:cubicBezTo>
                  <a:cubicBezTo>
                    <a:pt x="17825" y="18853"/>
                    <a:pt x="15309" y="17397"/>
                    <a:pt x="13212" y="15918"/>
                  </a:cubicBezTo>
                  <a:cubicBezTo>
                    <a:pt x="10485" y="14087"/>
                    <a:pt x="8179" y="12279"/>
                    <a:pt x="6291" y="10424"/>
                  </a:cubicBezTo>
                  <a:cubicBezTo>
                    <a:pt x="4404" y="8593"/>
                    <a:pt x="2936" y="6762"/>
                    <a:pt x="1887" y="4907"/>
                  </a:cubicBezTo>
                  <a:cubicBezTo>
                    <a:pt x="1468" y="3991"/>
                    <a:pt x="1049" y="3076"/>
                    <a:pt x="629" y="2160"/>
                  </a:cubicBezTo>
                  <a:cubicBezTo>
                    <a:pt x="419" y="1432"/>
                    <a:pt x="210" y="728"/>
                    <a:pt x="2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28"/>
                    <a:pt x="210" y="1432"/>
                    <a:pt x="210" y="2160"/>
                  </a:cubicBezTo>
                  <a:cubicBezTo>
                    <a:pt x="629" y="3076"/>
                    <a:pt x="839" y="3991"/>
                    <a:pt x="1468" y="49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72" name="Freeform 28"/>
            <p:cNvSpPr/>
            <p:nvPr/>
          </p:nvSpPr>
          <p:spPr>
            <a:xfrm>
              <a:off x="523067" y="4317258"/>
              <a:ext cx="423436" cy="1580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09" y="14989"/>
                  </a:moveTo>
                  <a:cubicBezTo>
                    <a:pt x="15709" y="17215"/>
                    <a:pt x="18409" y="19440"/>
                    <a:pt x="21600" y="21600"/>
                  </a:cubicBezTo>
                  <a:cubicBezTo>
                    <a:pt x="21600" y="21142"/>
                    <a:pt x="21600" y="20618"/>
                    <a:pt x="21600" y="20160"/>
                  </a:cubicBezTo>
                  <a:cubicBezTo>
                    <a:pt x="21600" y="20095"/>
                    <a:pt x="21600" y="19964"/>
                    <a:pt x="21600" y="19898"/>
                  </a:cubicBezTo>
                  <a:cubicBezTo>
                    <a:pt x="19391" y="18196"/>
                    <a:pt x="17182" y="16495"/>
                    <a:pt x="15218" y="14793"/>
                  </a:cubicBezTo>
                  <a:cubicBezTo>
                    <a:pt x="9327" y="9949"/>
                    <a:pt x="4173" y="4975"/>
                    <a:pt x="0" y="0"/>
                  </a:cubicBezTo>
                  <a:cubicBezTo>
                    <a:pt x="491" y="1375"/>
                    <a:pt x="982" y="2749"/>
                    <a:pt x="1718" y="4124"/>
                  </a:cubicBezTo>
                  <a:cubicBezTo>
                    <a:pt x="5155" y="7789"/>
                    <a:pt x="8836" y="11389"/>
                    <a:pt x="13009" y="1498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73" name="Freeform 29"/>
            <p:cNvSpPr/>
            <p:nvPr/>
          </p:nvSpPr>
          <p:spPr>
            <a:xfrm>
              <a:off x="979074" y="5863468"/>
              <a:ext cx="431100" cy="990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" y="1565"/>
                  </a:moveTo>
                  <a:cubicBezTo>
                    <a:pt x="960" y="1043"/>
                    <a:pt x="480" y="522"/>
                    <a:pt x="0" y="0"/>
                  </a:cubicBezTo>
                  <a:cubicBezTo>
                    <a:pt x="0" y="939"/>
                    <a:pt x="0" y="1983"/>
                    <a:pt x="240" y="3026"/>
                  </a:cubicBezTo>
                  <a:cubicBezTo>
                    <a:pt x="3360" y="6470"/>
                    <a:pt x="6480" y="9913"/>
                    <a:pt x="10080" y="13252"/>
                  </a:cubicBezTo>
                  <a:cubicBezTo>
                    <a:pt x="12960" y="16070"/>
                    <a:pt x="16080" y="18887"/>
                    <a:pt x="1920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240" y="18783"/>
                    <a:pt x="15120" y="15861"/>
                    <a:pt x="12000" y="12835"/>
                  </a:cubicBezTo>
                  <a:cubicBezTo>
                    <a:pt x="8160" y="9183"/>
                    <a:pt x="4800" y="5322"/>
                    <a:pt x="1440" y="1565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74" name="Freeform 30"/>
            <p:cNvSpPr/>
            <p:nvPr/>
          </p:nvSpPr>
          <p:spPr>
            <a:xfrm>
              <a:off x="494326" y="4365158"/>
              <a:ext cx="551808" cy="2235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70" y="18917"/>
                  </a:moveTo>
                  <a:cubicBezTo>
                    <a:pt x="17468" y="17946"/>
                    <a:pt x="15965" y="16928"/>
                    <a:pt x="14650" y="15911"/>
                  </a:cubicBezTo>
                  <a:cubicBezTo>
                    <a:pt x="10706" y="12997"/>
                    <a:pt x="7701" y="9991"/>
                    <a:pt x="5447" y="6984"/>
                  </a:cubicBezTo>
                  <a:cubicBezTo>
                    <a:pt x="4132" y="5504"/>
                    <a:pt x="3193" y="3978"/>
                    <a:pt x="2442" y="2451"/>
                  </a:cubicBezTo>
                  <a:cubicBezTo>
                    <a:pt x="1690" y="1619"/>
                    <a:pt x="751" y="833"/>
                    <a:pt x="0" y="0"/>
                  </a:cubicBezTo>
                  <a:cubicBezTo>
                    <a:pt x="939" y="2359"/>
                    <a:pt x="2254" y="4718"/>
                    <a:pt x="3944" y="7030"/>
                  </a:cubicBezTo>
                  <a:cubicBezTo>
                    <a:pt x="6198" y="10083"/>
                    <a:pt x="9203" y="13090"/>
                    <a:pt x="12960" y="16050"/>
                  </a:cubicBezTo>
                  <a:cubicBezTo>
                    <a:pt x="14838" y="17484"/>
                    <a:pt x="16904" y="18964"/>
                    <a:pt x="19346" y="20397"/>
                  </a:cubicBezTo>
                  <a:cubicBezTo>
                    <a:pt x="20097" y="20767"/>
                    <a:pt x="20849" y="21184"/>
                    <a:pt x="21600" y="21600"/>
                  </a:cubicBezTo>
                  <a:cubicBezTo>
                    <a:pt x="21412" y="21461"/>
                    <a:pt x="21224" y="21322"/>
                    <a:pt x="21037" y="21184"/>
                  </a:cubicBezTo>
                  <a:cubicBezTo>
                    <a:pt x="20285" y="20444"/>
                    <a:pt x="19534" y="19657"/>
                    <a:pt x="18970" y="18917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75" name="Freeform 31"/>
            <p:cNvSpPr/>
            <p:nvPr/>
          </p:nvSpPr>
          <p:spPr>
            <a:xfrm>
              <a:off x="444311" y="1289983"/>
              <a:ext cx="170725" cy="3027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0" h="21600" extrusionOk="0">
                  <a:moveTo>
                    <a:pt x="9750" y="21600"/>
                  </a:moveTo>
                  <a:cubicBezTo>
                    <a:pt x="8550" y="21191"/>
                    <a:pt x="7950" y="20781"/>
                    <a:pt x="7350" y="20372"/>
                  </a:cubicBezTo>
                  <a:cubicBezTo>
                    <a:pt x="4350" y="18085"/>
                    <a:pt x="2550" y="15833"/>
                    <a:pt x="2550" y="13581"/>
                  </a:cubicBezTo>
                  <a:cubicBezTo>
                    <a:pt x="2550" y="11295"/>
                    <a:pt x="4350" y="9043"/>
                    <a:pt x="7350" y="6756"/>
                  </a:cubicBezTo>
                  <a:cubicBezTo>
                    <a:pt x="8550" y="5630"/>
                    <a:pt x="10350" y="4504"/>
                    <a:pt x="12750" y="3378"/>
                  </a:cubicBezTo>
                  <a:cubicBezTo>
                    <a:pt x="15150" y="2252"/>
                    <a:pt x="17550" y="1126"/>
                    <a:pt x="21150" y="0"/>
                  </a:cubicBezTo>
                  <a:cubicBezTo>
                    <a:pt x="20550" y="0"/>
                    <a:pt x="20550" y="0"/>
                    <a:pt x="20550" y="0"/>
                  </a:cubicBezTo>
                  <a:cubicBezTo>
                    <a:pt x="16950" y="1126"/>
                    <a:pt x="13950" y="2252"/>
                    <a:pt x="11550" y="3378"/>
                  </a:cubicBezTo>
                  <a:cubicBezTo>
                    <a:pt x="9150" y="4504"/>
                    <a:pt x="7350" y="5630"/>
                    <a:pt x="5550" y="6756"/>
                  </a:cubicBezTo>
                  <a:cubicBezTo>
                    <a:pt x="1950" y="9009"/>
                    <a:pt x="150" y="11295"/>
                    <a:pt x="150" y="13581"/>
                  </a:cubicBezTo>
                  <a:cubicBezTo>
                    <a:pt x="-450" y="15731"/>
                    <a:pt x="750" y="17915"/>
                    <a:pt x="3750" y="20099"/>
                  </a:cubicBezTo>
                  <a:cubicBezTo>
                    <a:pt x="5550" y="20576"/>
                    <a:pt x="7350" y="21088"/>
                    <a:pt x="9150" y="21566"/>
                  </a:cubicBezTo>
                  <a:cubicBezTo>
                    <a:pt x="9150" y="21566"/>
                    <a:pt x="9750" y="21600"/>
                    <a:pt x="9750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76" name="Freeform 32"/>
            <p:cNvSpPr/>
            <p:nvPr/>
          </p:nvSpPr>
          <p:spPr>
            <a:xfrm>
              <a:off x="1084453" y="6572386"/>
              <a:ext cx="134120" cy="2816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71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86" y="14644"/>
                    <a:pt x="6943" y="7322"/>
                    <a:pt x="0" y="0"/>
                  </a:cubicBezTo>
                  <a:cubicBezTo>
                    <a:pt x="4629" y="7322"/>
                    <a:pt x="10029" y="14644"/>
                    <a:pt x="16971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77" name="Freeform 33"/>
            <p:cNvSpPr/>
            <p:nvPr/>
          </p:nvSpPr>
          <p:spPr>
            <a:xfrm>
              <a:off x="475166" y="4108415"/>
              <a:ext cx="82390" cy="5115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82" y="10901"/>
                  </a:moveTo>
                  <a:cubicBezTo>
                    <a:pt x="10165" y="14535"/>
                    <a:pt x="16518" y="17966"/>
                    <a:pt x="21600" y="21600"/>
                  </a:cubicBezTo>
                  <a:cubicBezTo>
                    <a:pt x="17788" y="17361"/>
                    <a:pt x="15247" y="13121"/>
                    <a:pt x="12706" y="8882"/>
                  </a:cubicBezTo>
                  <a:cubicBezTo>
                    <a:pt x="12706" y="8882"/>
                    <a:pt x="11435" y="8680"/>
                    <a:pt x="11435" y="8680"/>
                  </a:cubicBezTo>
                  <a:cubicBezTo>
                    <a:pt x="7624" y="5854"/>
                    <a:pt x="3812" y="2826"/>
                    <a:pt x="0" y="0"/>
                  </a:cubicBezTo>
                  <a:cubicBezTo>
                    <a:pt x="0" y="404"/>
                    <a:pt x="0" y="1009"/>
                    <a:pt x="0" y="1615"/>
                  </a:cubicBezTo>
                  <a:cubicBezTo>
                    <a:pt x="1271" y="4643"/>
                    <a:pt x="3812" y="7873"/>
                    <a:pt x="5082" y="10901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78" name="Freeform 34"/>
            <p:cNvSpPr/>
            <p:nvPr/>
          </p:nvSpPr>
          <p:spPr>
            <a:xfrm>
              <a:off x="946501" y="3146585"/>
              <a:ext cx="1410173" cy="27168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" y="21030"/>
                  </a:moveTo>
                  <a:cubicBezTo>
                    <a:pt x="661" y="19052"/>
                    <a:pt x="1396" y="17037"/>
                    <a:pt x="2571" y="15097"/>
                  </a:cubicBezTo>
                  <a:cubicBezTo>
                    <a:pt x="3747" y="13196"/>
                    <a:pt x="5363" y="11332"/>
                    <a:pt x="7273" y="9583"/>
                  </a:cubicBezTo>
                  <a:cubicBezTo>
                    <a:pt x="9110" y="7796"/>
                    <a:pt x="11314" y="6123"/>
                    <a:pt x="13739" y="4525"/>
                  </a:cubicBezTo>
                  <a:cubicBezTo>
                    <a:pt x="14914" y="3727"/>
                    <a:pt x="16163" y="2928"/>
                    <a:pt x="17486" y="2206"/>
                  </a:cubicBezTo>
                  <a:cubicBezTo>
                    <a:pt x="18147" y="1825"/>
                    <a:pt x="18808" y="1445"/>
                    <a:pt x="19469" y="1065"/>
                  </a:cubicBezTo>
                  <a:cubicBezTo>
                    <a:pt x="20131" y="723"/>
                    <a:pt x="20865" y="342"/>
                    <a:pt x="21600" y="0"/>
                  </a:cubicBezTo>
                  <a:cubicBezTo>
                    <a:pt x="21527" y="0"/>
                    <a:pt x="21527" y="0"/>
                    <a:pt x="21527" y="0"/>
                  </a:cubicBezTo>
                  <a:cubicBezTo>
                    <a:pt x="20792" y="342"/>
                    <a:pt x="20057" y="685"/>
                    <a:pt x="19396" y="1027"/>
                  </a:cubicBezTo>
                  <a:cubicBezTo>
                    <a:pt x="18735" y="1407"/>
                    <a:pt x="18073" y="1787"/>
                    <a:pt x="17412" y="2130"/>
                  </a:cubicBezTo>
                  <a:cubicBezTo>
                    <a:pt x="16016" y="2890"/>
                    <a:pt x="14767" y="3651"/>
                    <a:pt x="13592" y="4449"/>
                  </a:cubicBezTo>
                  <a:cubicBezTo>
                    <a:pt x="11094" y="6046"/>
                    <a:pt x="8890" y="7720"/>
                    <a:pt x="6980" y="9469"/>
                  </a:cubicBezTo>
                  <a:cubicBezTo>
                    <a:pt x="4996" y="11256"/>
                    <a:pt x="3380" y="13120"/>
                    <a:pt x="2204" y="15059"/>
                  </a:cubicBezTo>
                  <a:cubicBezTo>
                    <a:pt x="955" y="16923"/>
                    <a:pt x="220" y="18900"/>
                    <a:pt x="0" y="20877"/>
                  </a:cubicBezTo>
                  <a:cubicBezTo>
                    <a:pt x="220" y="21106"/>
                    <a:pt x="367" y="21334"/>
                    <a:pt x="514" y="21600"/>
                  </a:cubicBezTo>
                  <a:cubicBezTo>
                    <a:pt x="514" y="21410"/>
                    <a:pt x="514" y="21220"/>
                    <a:pt x="588" y="210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79" name="Freeform 35"/>
            <p:cNvSpPr/>
            <p:nvPr/>
          </p:nvSpPr>
          <p:spPr>
            <a:xfrm>
              <a:off x="1046133" y="6601126"/>
              <a:ext cx="120709" cy="2529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320" y="7336"/>
                    <a:pt x="10368" y="14672"/>
                    <a:pt x="1641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24" y="14672"/>
                    <a:pt x="6912" y="7336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80" name="Freeform 36"/>
            <p:cNvSpPr/>
            <p:nvPr/>
          </p:nvSpPr>
          <p:spPr>
            <a:xfrm>
              <a:off x="946501" y="5897956"/>
              <a:ext cx="137953" cy="6744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4596"/>
                    <a:pt x="1490" y="9191"/>
                    <a:pt x="5214" y="13634"/>
                  </a:cubicBezTo>
                  <a:cubicBezTo>
                    <a:pt x="8193" y="15013"/>
                    <a:pt x="10428" y="16545"/>
                    <a:pt x="13407" y="17923"/>
                  </a:cubicBezTo>
                  <a:cubicBezTo>
                    <a:pt x="16386" y="19149"/>
                    <a:pt x="18621" y="20374"/>
                    <a:pt x="21600" y="21600"/>
                  </a:cubicBezTo>
                  <a:cubicBezTo>
                    <a:pt x="20855" y="21294"/>
                    <a:pt x="20855" y="20987"/>
                    <a:pt x="20110" y="20681"/>
                  </a:cubicBezTo>
                  <a:cubicBezTo>
                    <a:pt x="11917" y="15013"/>
                    <a:pt x="7448" y="9191"/>
                    <a:pt x="5959" y="3370"/>
                  </a:cubicBezTo>
                  <a:cubicBezTo>
                    <a:pt x="5214" y="2757"/>
                    <a:pt x="3724" y="2298"/>
                    <a:pt x="2979" y="1685"/>
                  </a:cubicBezTo>
                  <a:cubicBezTo>
                    <a:pt x="1490" y="1072"/>
                    <a:pt x="745" y="460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81" name="Freeform 37"/>
            <p:cNvSpPr/>
            <p:nvPr/>
          </p:nvSpPr>
          <p:spPr>
            <a:xfrm>
              <a:off x="946501" y="5773415"/>
              <a:ext cx="38321" cy="2280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1700"/>
                  </a:moveTo>
                  <a:cubicBezTo>
                    <a:pt x="2700" y="13050"/>
                    <a:pt x="5400" y="14850"/>
                    <a:pt x="10800" y="16650"/>
                  </a:cubicBezTo>
                  <a:cubicBezTo>
                    <a:pt x="13500" y="18450"/>
                    <a:pt x="18900" y="19800"/>
                    <a:pt x="21600" y="21600"/>
                  </a:cubicBezTo>
                  <a:cubicBezTo>
                    <a:pt x="18900" y="17100"/>
                    <a:pt x="18900" y="12600"/>
                    <a:pt x="18900" y="8550"/>
                  </a:cubicBezTo>
                  <a:cubicBezTo>
                    <a:pt x="13500" y="5400"/>
                    <a:pt x="8100" y="2700"/>
                    <a:pt x="0" y="0"/>
                  </a:cubicBezTo>
                  <a:cubicBezTo>
                    <a:pt x="0" y="450"/>
                    <a:pt x="0" y="1350"/>
                    <a:pt x="0" y="1800"/>
                  </a:cubicBezTo>
                  <a:cubicBezTo>
                    <a:pt x="0" y="4950"/>
                    <a:pt x="0" y="8550"/>
                    <a:pt x="0" y="117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82" name="Freeform 38"/>
            <p:cNvSpPr/>
            <p:nvPr/>
          </p:nvSpPr>
          <p:spPr>
            <a:xfrm>
              <a:off x="979074" y="6323307"/>
              <a:ext cx="210760" cy="5307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400" y="5449"/>
                  </a:moveTo>
                  <a:cubicBezTo>
                    <a:pt x="3436" y="3697"/>
                    <a:pt x="1964" y="1751"/>
                    <a:pt x="0" y="0"/>
                  </a:cubicBezTo>
                  <a:cubicBezTo>
                    <a:pt x="1473" y="3114"/>
                    <a:pt x="3436" y="6422"/>
                    <a:pt x="5400" y="9535"/>
                  </a:cubicBezTo>
                  <a:cubicBezTo>
                    <a:pt x="5891" y="10119"/>
                    <a:pt x="6382" y="10703"/>
                    <a:pt x="6873" y="11286"/>
                  </a:cubicBezTo>
                  <a:cubicBezTo>
                    <a:pt x="10800" y="14789"/>
                    <a:pt x="14727" y="18292"/>
                    <a:pt x="1914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182" y="17903"/>
                    <a:pt x="13745" y="14011"/>
                    <a:pt x="10800" y="10119"/>
                  </a:cubicBezTo>
                  <a:cubicBezTo>
                    <a:pt x="8836" y="8562"/>
                    <a:pt x="7364" y="7005"/>
                    <a:pt x="5400" y="544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84" name="Rectangle 6"/>
          <p:cNvSpPr/>
          <p:nvPr/>
        </p:nvSpPr>
        <p:spPr>
          <a:xfrm>
            <a:off x="-1" y="0"/>
            <a:ext cx="182882" cy="6858000"/>
          </a:xfrm>
          <a:prstGeom prst="rect">
            <a:avLst/>
          </a:prstGeom>
          <a:solidFill>
            <a:srgbClr val="766F5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5" name="Title Text"/>
          <p:cNvSpPr txBox="1">
            <a:spLocks noGrp="1"/>
          </p:cNvSpPr>
          <p:nvPr>
            <p:ph type="title"/>
          </p:nvPr>
        </p:nvSpPr>
        <p:spPr>
          <a:xfrm>
            <a:off x="2589211" y="627407"/>
            <a:ext cx="8915401" cy="2880020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38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589211" y="4343400"/>
            <a:ext cx="8915401" cy="838200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None/>
              <a:defRPr sz="2400">
                <a:solidFill>
                  <a:schemeClr val="accent1"/>
                </a:solidFill>
              </a:defRPr>
            </a:lvl1pPr>
            <a:lvl2pPr marL="0" indent="457200">
              <a:buClrTx/>
              <a:buSzTx/>
              <a:buNone/>
              <a:defRPr sz="2400">
                <a:solidFill>
                  <a:schemeClr val="accent1"/>
                </a:solidFill>
              </a:defRPr>
            </a:lvl2pPr>
            <a:lvl3pPr marL="0" indent="914400">
              <a:buClrTx/>
              <a:buSzTx/>
              <a:buNone/>
              <a:defRPr sz="2400">
                <a:solidFill>
                  <a:schemeClr val="accent1"/>
                </a:solidFill>
              </a:defRPr>
            </a:lvl3pPr>
            <a:lvl4pPr marL="0" indent="1371600">
              <a:buClrTx/>
              <a:buSzTx/>
              <a:buNone/>
              <a:defRPr sz="2400">
                <a:solidFill>
                  <a:schemeClr val="accent1"/>
                </a:solidFill>
              </a:defRPr>
            </a:lvl4pPr>
            <a:lvl5pPr marL="0" indent="1828800">
              <a:buClrTx/>
              <a:buSzTx/>
              <a:buNone/>
              <a:defRPr sz="2400">
                <a:solidFill>
                  <a:schemeClr val="accent1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2589213" y="5181599"/>
            <a:ext cx="8915401" cy="729624"/>
          </a:xfrm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None/>
              <a:defRPr>
                <a:solidFill>
                  <a:srgbClr val="595959"/>
                </a:solidFill>
              </a:defRPr>
            </a:pPr>
            <a:endParaRPr/>
          </a:p>
        </p:txBody>
      </p:sp>
      <p:sp>
        <p:nvSpPr>
          <p:cNvPr id="388" name="Freeform 11"/>
          <p:cNvSpPr/>
          <p:nvPr/>
        </p:nvSpPr>
        <p:spPr>
          <a:xfrm flipV="1">
            <a:off x="-4189" y="4911725"/>
            <a:ext cx="1595613" cy="5072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8" h="21600" extrusionOk="0">
                <a:moveTo>
                  <a:pt x="21472" y="10154"/>
                </a:moveTo>
                <a:lnTo>
                  <a:pt x="18377" y="406"/>
                </a:lnTo>
                <a:cubicBezTo>
                  <a:pt x="18356" y="337"/>
                  <a:pt x="18331" y="272"/>
                  <a:pt x="18310" y="203"/>
                </a:cubicBezTo>
                <a:cubicBezTo>
                  <a:pt x="18247" y="0"/>
                  <a:pt x="18182" y="0"/>
                  <a:pt x="18117" y="0"/>
                </a:cubicBezTo>
                <a:lnTo>
                  <a:pt x="16891" y="0"/>
                </a:lnTo>
                <a:lnTo>
                  <a:pt x="0" y="151"/>
                </a:lnTo>
                <a:cubicBezTo>
                  <a:pt x="19" y="7301"/>
                  <a:pt x="39" y="14450"/>
                  <a:pt x="58" y="21600"/>
                </a:cubicBezTo>
                <a:lnTo>
                  <a:pt x="16891" y="21527"/>
                </a:lnTo>
                <a:lnTo>
                  <a:pt x="18117" y="21527"/>
                </a:lnTo>
                <a:cubicBezTo>
                  <a:pt x="18182" y="21527"/>
                  <a:pt x="18247" y="21324"/>
                  <a:pt x="18310" y="21324"/>
                </a:cubicBezTo>
                <a:cubicBezTo>
                  <a:pt x="18310" y="21120"/>
                  <a:pt x="18377" y="21120"/>
                  <a:pt x="18377" y="21120"/>
                </a:cubicBezTo>
                <a:lnTo>
                  <a:pt x="21472" y="11372"/>
                </a:lnTo>
                <a:cubicBezTo>
                  <a:pt x="21600" y="10966"/>
                  <a:pt x="21600" y="10560"/>
                  <a:pt x="21472" y="1015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925905" y="4967529"/>
            <a:ext cx="385675" cy="396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DFE8C4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22"/>
          <p:cNvGrpSpPr/>
          <p:nvPr/>
        </p:nvGrpSpPr>
        <p:grpSpPr>
          <a:xfrm>
            <a:off x="0" y="228599"/>
            <a:ext cx="2851518" cy="6638630"/>
            <a:chOff x="0" y="0"/>
            <a:chExt cx="2851516" cy="6638628"/>
          </a:xfrm>
        </p:grpSpPr>
        <p:sp>
          <p:nvSpPr>
            <p:cNvPr id="2" name="Freeform 11"/>
            <p:cNvSpPr/>
            <p:nvPr/>
          </p:nvSpPr>
          <p:spPr>
            <a:xfrm>
              <a:off x="-1" y="2346443"/>
              <a:ext cx="100643" cy="6262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19636" y="18582"/>
                    <a:pt x="18655" y="15724"/>
                    <a:pt x="16691" y="12706"/>
                  </a:cubicBezTo>
                  <a:cubicBezTo>
                    <a:pt x="10800" y="8576"/>
                    <a:pt x="5891" y="4288"/>
                    <a:pt x="0" y="0"/>
                  </a:cubicBezTo>
                  <a:cubicBezTo>
                    <a:pt x="0" y="5559"/>
                    <a:pt x="0" y="5559"/>
                    <a:pt x="0" y="5559"/>
                  </a:cubicBezTo>
                  <a:cubicBezTo>
                    <a:pt x="5891" y="10165"/>
                    <a:pt x="12764" y="14929"/>
                    <a:pt x="19636" y="19694"/>
                  </a:cubicBezTo>
                  <a:cubicBezTo>
                    <a:pt x="19636" y="20329"/>
                    <a:pt x="20618" y="20965"/>
                    <a:pt x="21600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" name="Freeform 12"/>
            <p:cNvSpPr/>
            <p:nvPr/>
          </p:nvSpPr>
          <p:spPr>
            <a:xfrm>
              <a:off x="128598" y="2927929"/>
              <a:ext cx="646718" cy="23222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69" y="15000"/>
                  </a:moveTo>
                  <a:cubicBezTo>
                    <a:pt x="15891" y="17229"/>
                    <a:pt x="18514" y="19414"/>
                    <a:pt x="21446" y="21600"/>
                  </a:cubicBezTo>
                  <a:cubicBezTo>
                    <a:pt x="21446" y="21214"/>
                    <a:pt x="21446" y="20871"/>
                    <a:pt x="21600" y="20486"/>
                  </a:cubicBezTo>
                  <a:cubicBezTo>
                    <a:pt x="19131" y="18643"/>
                    <a:pt x="16817" y="16757"/>
                    <a:pt x="14657" y="14871"/>
                  </a:cubicBezTo>
                  <a:cubicBezTo>
                    <a:pt x="8949" y="9986"/>
                    <a:pt x="4166" y="5014"/>
                    <a:pt x="0" y="0"/>
                  </a:cubicBezTo>
                  <a:cubicBezTo>
                    <a:pt x="309" y="857"/>
                    <a:pt x="617" y="1757"/>
                    <a:pt x="926" y="2614"/>
                  </a:cubicBezTo>
                  <a:cubicBezTo>
                    <a:pt x="4629" y="6771"/>
                    <a:pt x="8640" y="10929"/>
                    <a:pt x="13269" y="150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" name="Freeform 13"/>
            <p:cNvSpPr/>
            <p:nvPr/>
          </p:nvSpPr>
          <p:spPr>
            <a:xfrm>
              <a:off x="806998" y="5218460"/>
              <a:ext cx="609443" cy="14201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9" y="1543"/>
                  </a:moveTo>
                  <a:cubicBezTo>
                    <a:pt x="818" y="1052"/>
                    <a:pt x="327" y="561"/>
                    <a:pt x="0" y="0"/>
                  </a:cubicBezTo>
                  <a:cubicBezTo>
                    <a:pt x="0" y="701"/>
                    <a:pt x="0" y="1332"/>
                    <a:pt x="0" y="2034"/>
                  </a:cubicBezTo>
                  <a:cubicBezTo>
                    <a:pt x="3436" y="5961"/>
                    <a:pt x="7200" y="9818"/>
                    <a:pt x="11127" y="13605"/>
                  </a:cubicBezTo>
                  <a:cubicBezTo>
                    <a:pt x="13909" y="16270"/>
                    <a:pt x="17018" y="18935"/>
                    <a:pt x="20127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491" y="18865"/>
                    <a:pt x="15382" y="16130"/>
                    <a:pt x="12600" y="13325"/>
                  </a:cubicBezTo>
                  <a:cubicBezTo>
                    <a:pt x="8509" y="9468"/>
                    <a:pt x="4745" y="5540"/>
                    <a:pt x="1309" y="1543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" name="Freeform 14"/>
            <p:cNvSpPr/>
            <p:nvPr/>
          </p:nvSpPr>
          <p:spPr>
            <a:xfrm>
              <a:off x="959824" y="6275198"/>
              <a:ext cx="171465" cy="3634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346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4011" y="14491"/>
                    <a:pt x="7005" y="7382"/>
                    <a:pt x="0" y="0"/>
                  </a:cubicBezTo>
                  <a:cubicBezTo>
                    <a:pt x="4670" y="7382"/>
                    <a:pt x="9924" y="14491"/>
                    <a:pt x="16346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6" name="Freeform 15"/>
            <p:cNvSpPr/>
            <p:nvPr/>
          </p:nvSpPr>
          <p:spPr>
            <a:xfrm>
              <a:off x="100641" y="2972659"/>
              <a:ext cx="821909" cy="3328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58" y="19745"/>
                  </a:moveTo>
                  <a:cubicBezTo>
                    <a:pt x="17596" y="18489"/>
                    <a:pt x="15775" y="17232"/>
                    <a:pt x="14076" y="15976"/>
                  </a:cubicBezTo>
                  <a:cubicBezTo>
                    <a:pt x="10193" y="13074"/>
                    <a:pt x="7160" y="10082"/>
                    <a:pt x="4854" y="7060"/>
                  </a:cubicBezTo>
                  <a:cubicBezTo>
                    <a:pt x="3519" y="5235"/>
                    <a:pt x="2427" y="3381"/>
                    <a:pt x="1456" y="1526"/>
                  </a:cubicBezTo>
                  <a:cubicBezTo>
                    <a:pt x="971" y="1017"/>
                    <a:pt x="485" y="509"/>
                    <a:pt x="0" y="0"/>
                  </a:cubicBezTo>
                  <a:cubicBezTo>
                    <a:pt x="971" y="2363"/>
                    <a:pt x="2306" y="4757"/>
                    <a:pt x="4004" y="7090"/>
                  </a:cubicBezTo>
                  <a:cubicBezTo>
                    <a:pt x="6189" y="10142"/>
                    <a:pt x="9222" y="13134"/>
                    <a:pt x="12984" y="16065"/>
                  </a:cubicBezTo>
                  <a:cubicBezTo>
                    <a:pt x="14926" y="17531"/>
                    <a:pt x="17110" y="18967"/>
                    <a:pt x="19416" y="20373"/>
                  </a:cubicBezTo>
                  <a:cubicBezTo>
                    <a:pt x="20144" y="20792"/>
                    <a:pt x="20872" y="21181"/>
                    <a:pt x="21600" y="21600"/>
                  </a:cubicBezTo>
                  <a:cubicBezTo>
                    <a:pt x="21357" y="21450"/>
                    <a:pt x="21236" y="21331"/>
                    <a:pt x="21115" y="21181"/>
                  </a:cubicBezTo>
                  <a:cubicBezTo>
                    <a:pt x="20508" y="20702"/>
                    <a:pt x="20022" y="20224"/>
                    <a:pt x="19658" y="19745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7" name="Freeform 16"/>
            <p:cNvSpPr/>
            <p:nvPr/>
          </p:nvSpPr>
          <p:spPr>
            <a:xfrm>
              <a:off x="26126" y="0"/>
              <a:ext cx="102473" cy="29279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35" h="21600" extrusionOk="0">
                  <a:moveTo>
                    <a:pt x="9565" y="19627"/>
                  </a:moveTo>
                  <a:cubicBezTo>
                    <a:pt x="10505" y="19763"/>
                    <a:pt x="10505" y="19899"/>
                    <a:pt x="10505" y="20035"/>
                  </a:cubicBezTo>
                  <a:cubicBezTo>
                    <a:pt x="13322" y="20511"/>
                    <a:pt x="17078" y="20988"/>
                    <a:pt x="19896" y="21498"/>
                  </a:cubicBezTo>
                  <a:cubicBezTo>
                    <a:pt x="19896" y="21532"/>
                    <a:pt x="19896" y="21566"/>
                    <a:pt x="20835" y="21600"/>
                  </a:cubicBezTo>
                  <a:cubicBezTo>
                    <a:pt x="18957" y="20920"/>
                    <a:pt x="17078" y="20273"/>
                    <a:pt x="15200" y="19593"/>
                  </a:cubicBezTo>
                  <a:cubicBezTo>
                    <a:pt x="7687" y="16123"/>
                    <a:pt x="3931" y="12654"/>
                    <a:pt x="3931" y="9150"/>
                  </a:cubicBezTo>
                  <a:cubicBezTo>
                    <a:pt x="4870" y="6089"/>
                    <a:pt x="7687" y="3061"/>
                    <a:pt x="13322" y="0"/>
                  </a:cubicBezTo>
                  <a:cubicBezTo>
                    <a:pt x="10505" y="0"/>
                    <a:pt x="10505" y="0"/>
                    <a:pt x="10505" y="0"/>
                  </a:cubicBezTo>
                  <a:cubicBezTo>
                    <a:pt x="3931" y="3027"/>
                    <a:pt x="1113" y="6089"/>
                    <a:pt x="174" y="9150"/>
                  </a:cubicBezTo>
                  <a:cubicBezTo>
                    <a:pt x="-765" y="12654"/>
                    <a:pt x="2052" y="16123"/>
                    <a:pt x="9565" y="19627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" name="Freeform 17"/>
            <p:cNvSpPr/>
            <p:nvPr/>
          </p:nvSpPr>
          <p:spPr>
            <a:xfrm>
              <a:off x="78276" y="2715463"/>
              <a:ext cx="78278" cy="4938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2541" y="3836"/>
                    <a:pt x="3812" y="7469"/>
                    <a:pt x="6353" y="11305"/>
                  </a:cubicBezTo>
                  <a:cubicBezTo>
                    <a:pt x="11435" y="14736"/>
                    <a:pt x="16518" y="18168"/>
                    <a:pt x="21600" y="21600"/>
                  </a:cubicBezTo>
                  <a:cubicBezTo>
                    <a:pt x="19059" y="17563"/>
                    <a:pt x="16518" y="13323"/>
                    <a:pt x="13976" y="9286"/>
                  </a:cubicBezTo>
                  <a:cubicBezTo>
                    <a:pt x="12706" y="9084"/>
                    <a:pt x="12706" y="8882"/>
                    <a:pt x="12706" y="8680"/>
                  </a:cubicBezTo>
                  <a:cubicBezTo>
                    <a:pt x="8894" y="5652"/>
                    <a:pt x="3812" y="2826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" name="Freeform 18"/>
            <p:cNvSpPr/>
            <p:nvPr/>
          </p:nvSpPr>
          <p:spPr>
            <a:xfrm>
              <a:off x="769723" y="5250144"/>
              <a:ext cx="190102" cy="1025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3016"/>
                    <a:pt x="1054" y="6032"/>
                    <a:pt x="2634" y="9049"/>
                  </a:cubicBezTo>
                  <a:cubicBezTo>
                    <a:pt x="4215" y="11384"/>
                    <a:pt x="6322" y="13816"/>
                    <a:pt x="8956" y="16151"/>
                  </a:cubicBezTo>
                  <a:cubicBezTo>
                    <a:pt x="10010" y="16735"/>
                    <a:pt x="11590" y="17319"/>
                    <a:pt x="12644" y="17903"/>
                  </a:cubicBezTo>
                  <a:cubicBezTo>
                    <a:pt x="15805" y="19168"/>
                    <a:pt x="18439" y="20335"/>
                    <a:pt x="21600" y="21600"/>
                  </a:cubicBezTo>
                  <a:cubicBezTo>
                    <a:pt x="21073" y="21308"/>
                    <a:pt x="20546" y="20919"/>
                    <a:pt x="20020" y="20627"/>
                  </a:cubicBezTo>
                  <a:cubicBezTo>
                    <a:pt x="13698" y="16735"/>
                    <a:pt x="9483" y="12843"/>
                    <a:pt x="6849" y="8951"/>
                  </a:cubicBezTo>
                  <a:cubicBezTo>
                    <a:pt x="5795" y="6616"/>
                    <a:pt x="4741" y="4378"/>
                    <a:pt x="4215" y="2141"/>
                  </a:cubicBezTo>
                  <a:cubicBezTo>
                    <a:pt x="4215" y="2043"/>
                    <a:pt x="3688" y="1946"/>
                    <a:pt x="3688" y="1751"/>
                  </a:cubicBezTo>
                  <a:cubicBezTo>
                    <a:pt x="2634" y="1168"/>
                    <a:pt x="1054" y="584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Freeform 19"/>
            <p:cNvSpPr/>
            <p:nvPr/>
          </p:nvSpPr>
          <p:spPr>
            <a:xfrm>
              <a:off x="775314" y="1170426"/>
              <a:ext cx="2076203" cy="40480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36" y="21010"/>
                  </a:moveTo>
                  <a:cubicBezTo>
                    <a:pt x="480" y="18992"/>
                    <a:pt x="1248" y="17000"/>
                    <a:pt x="2400" y="15081"/>
                  </a:cubicBezTo>
                  <a:cubicBezTo>
                    <a:pt x="3600" y="13162"/>
                    <a:pt x="5232" y="11317"/>
                    <a:pt x="7152" y="9545"/>
                  </a:cubicBezTo>
                  <a:cubicBezTo>
                    <a:pt x="9072" y="7774"/>
                    <a:pt x="11280" y="6101"/>
                    <a:pt x="13680" y="4502"/>
                  </a:cubicBezTo>
                  <a:cubicBezTo>
                    <a:pt x="14880" y="3715"/>
                    <a:pt x="16176" y="2928"/>
                    <a:pt x="17472" y="2190"/>
                  </a:cubicBezTo>
                  <a:cubicBezTo>
                    <a:pt x="18144" y="1821"/>
                    <a:pt x="18816" y="1427"/>
                    <a:pt x="19488" y="1082"/>
                  </a:cubicBezTo>
                  <a:cubicBezTo>
                    <a:pt x="20208" y="713"/>
                    <a:pt x="20880" y="369"/>
                    <a:pt x="21600" y="25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0832" y="344"/>
                    <a:pt x="20160" y="689"/>
                    <a:pt x="19440" y="1058"/>
                  </a:cubicBezTo>
                  <a:cubicBezTo>
                    <a:pt x="18768" y="1402"/>
                    <a:pt x="18096" y="1771"/>
                    <a:pt x="17424" y="2165"/>
                  </a:cubicBezTo>
                  <a:cubicBezTo>
                    <a:pt x="16080" y="2903"/>
                    <a:pt x="14784" y="3666"/>
                    <a:pt x="13584" y="4453"/>
                  </a:cubicBezTo>
                  <a:cubicBezTo>
                    <a:pt x="11136" y="6052"/>
                    <a:pt x="8880" y="7725"/>
                    <a:pt x="6960" y="9496"/>
                  </a:cubicBezTo>
                  <a:cubicBezTo>
                    <a:pt x="4992" y="11243"/>
                    <a:pt x="3360" y="13113"/>
                    <a:pt x="2160" y="15031"/>
                  </a:cubicBezTo>
                  <a:cubicBezTo>
                    <a:pt x="912" y="16975"/>
                    <a:pt x="144" y="18968"/>
                    <a:pt x="0" y="21010"/>
                  </a:cubicBezTo>
                  <a:cubicBezTo>
                    <a:pt x="0" y="21059"/>
                    <a:pt x="0" y="21083"/>
                    <a:pt x="0" y="21133"/>
                  </a:cubicBezTo>
                  <a:cubicBezTo>
                    <a:pt x="96" y="21280"/>
                    <a:pt x="192" y="21452"/>
                    <a:pt x="336" y="21600"/>
                  </a:cubicBezTo>
                  <a:cubicBezTo>
                    <a:pt x="336" y="21403"/>
                    <a:pt x="336" y="21206"/>
                    <a:pt x="336" y="2101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Freeform 20"/>
            <p:cNvSpPr/>
            <p:nvPr/>
          </p:nvSpPr>
          <p:spPr>
            <a:xfrm>
              <a:off x="922549" y="6301291"/>
              <a:ext cx="162147" cy="337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320" y="7101"/>
                    <a:pt x="9874" y="14499"/>
                    <a:pt x="1604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4194" y="14499"/>
                    <a:pt x="6789" y="7101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Freeform 21"/>
            <p:cNvSpPr/>
            <p:nvPr/>
          </p:nvSpPr>
          <p:spPr>
            <a:xfrm>
              <a:off x="769723" y="5130865"/>
              <a:ext cx="37276" cy="221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0" y="19800"/>
                  </a:moveTo>
                  <a:cubicBezTo>
                    <a:pt x="18900" y="20700"/>
                    <a:pt x="21600" y="21150"/>
                    <a:pt x="21600" y="21600"/>
                  </a:cubicBezTo>
                  <a:cubicBezTo>
                    <a:pt x="21600" y="17100"/>
                    <a:pt x="21600" y="13050"/>
                    <a:pt x="21600" y="8550"/>
                  </a:cubicBezTo>
                  <a:cubicBezTo>
                    <a:pt x="13500" y="5850"/>
                    <a:pt x="8100" y="2700"/>
                    <a:pt x="2700" y="0"/>
                  </a:cubicBezTo>
                  <a:cubicBezTo>
                    <a:pt x="0" y="4050"/>
                    <a:pt x="0" y="7650"/>
                    <a:pt x="0" y="11700"/>
                  </a:cubicBezTo>
                  <a:cubicBezTo>
                    <a:pt x="5400" y="14400"/>
                    <a:pt x="13500" y="17100"/>
                    <a:pt x="18900" y="198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Freeform 22"/>
            <p:cNvSpPr/>
            <p:nvPr/>
          </p:nvSpPr>
          <p:spPr>
            <a:xfrm>
              <a:off x="849863" y="6016139"/>
              <a:ext cx="238559" cy="622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08" y="2880"/>
                  </a:moveTo>
                  <a:cubicBezTo>
                    <a:pt x="2077" y="1920"/>
                    <a:pt x="831" y="960"/>
                    <a:pt x="0" y="0"/>
                  </a:cubicBezTo>
                  <a:cubicBezTo>
                    <a:pt x="1246" y="2560"/>
                    <a:pt x="2908" y="5120"/>
                    <a:pt x="4985" y="7680"/>
                  </a:cubicBezTo>
                  <a:cubicBezTo>
                    <a:pt x="5400" y="8480"/>
                    <a:pt x="5815" y="9120"/>
                    <a:pt x="6646" y="9920"/>
                  </a:cubicBezTo>
                  <a:cubicBezTo>
                    <a:pt x="11215" y="13760"/>
                    <a:pt x="16200" y="17760"/>
                    <a:pt x="2118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031" y="17440"/>
                    <a:pt x="13292" y="13280"/>
                    <a:pt x="9969" y="8960"/>
                  </a:cubicBezTo>
                  <a:cubicBezTo>
                    <a:pt x="7477" y="6880"/>
                    <a:pt x="5400" y="4960"/>
                    <a:pt x="2908" y="288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27" name="Group 9"/>
          <p:cNvGrpSpPr/>
          <p:nvPr/>
        </p:nvGrpSpPr>
        <p:grpSpPr>
          <a:xfrm>
            <a:off x="27221" y="-786"/>
            <a:ext cx="2356674" cy="6854040"/>
            <a:chOff x="0" y="0"/>
            <a:chExt cx="2356673" cy="6854039"/>
          </a:xfrm>
        </p:grpSpPr>
        <p:sp>
          <p:nvSpPr>
            <p:cNvPr id="15" name="Freeform 27"/>
            <p:cNvSpPr/>
            <p:nvPr/>
          </p:nvSpPr>
          <p:spPr>
            <a:xfrm>
              <a:off x="0" y="-1"/>
              <a:ext cx="494327" cy="4401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8" y="4930"/>
                  </a:moveTo>
                  <a:cubicBezTo>
                    <a:pt x="2307" y="6762"/>
                    <a:pt x="3565" y="8617"/>
                    <a:pt x="5452" y="10448"/>
                  </a:cubicBezTo>
                  <a:cubicBezTo>
                    <a:pt x="7130" y="12279"/>
                    <a:pt x="9227" y="14110"/>
                    <a:pt x="11953" y="15942"/>
                  </a:cubicBezTo>
                  <a:cubicBezTo>
                    <a:pt x="14470" y="17773"/>
                    <a:pt x="17616" y="19581"/>
                    <a:pt x="21181" y="21389"/>
                  </a:cubicBezTo>
                  <a:cubicBezTo>
                    <a:pt x="21390" y="21459"/>
                    <a:pt x="21600" y="21530"/>
                    <a:pt x="21600" y="21600"/>
                  </a:cubicBezTo>
                  <a:cubicBezTo>
                    <a:pt x="21390" y="21248"/>
                    <a:pt x="20971" y="20872"/>
                    <a:pt x="20761" y="20520"/>
                  </a:cubicBezTo>
                  <a:cubicBezTo>
                    <a:pt x="20761" y="20450"/>
                    <a:pt x="20761" y="20379"/>
                    <a:pt x="20761" y="20332"/>
                  </a:cubicBezTo>
                  <a:cubicBezTo>
                    <a:pt x="17825" y="18853"/>
                    <a:pt x="15309" y="17397"/>
                    <a:pt x="13212" y="15918"/>
                  </a:cubicBezTo>
                  <a:cubicBezTo>
                    <a:pt x="10485" y="14087"/>
                    <a:pt x="8179" y="12279"/>
                    <a:pt x="6291" y="10424"/>
                  </a:cubicBezTo>
                  <a:cubicBezTo>
                    <a:pt x="4404" y="8593"/>
                    <a:pt x="2936" y="6762"/>
                    <a:pt x="1887" y="4907"/>
                  </a:cubicBezTo>
                  <a:cubicBezTo>
                    <a:pt x="1468" y="3991"/>
                    <a:pt x="1049" y="3076"/>
                    <a:pt x="629" y="2160"/>
                  </a:cubicBezTo>
                  <a:cubicBezTo>
                    <a:pt x="419" y="1432"/>
                    <a:pt x="210" y="728"/>
                    <a:pt x="2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28"/>
                    <a:pt x="210" y="1432"/>
                    <a:pt x="210" y="2160"/>
                  </a:cubicBezTo>
                  <a:cubicBezTo>
                    <a:pt x="629" y="3076"/>
                    <a:pt x="839" y="3991"/>
                    <a:pt x="1468" y="49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Freeform 28"/>
            <p:cNvSpPr/>
            <p:nvPr/>
          </p:nvSpPr>
          <p:spPr>
            <a:xfrm>
              <a:off x="523067" y="4317258"/>
              <a:ext cx="423436" cy="1580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09" y="14989"/>
                  </a:moveTo>
                  <a:cubicBezTo>
                    <a:pt x="15709" y="17215"/>
                    <a:pt x="18409" y="19440"/>
                    <a:pt x="21600" y="21600"/>
                  </a:cubicBezTo>
                  <a:cubicBezTo>
                    <a:pt x="21600" y="21142"/>
                    <a:pt x="21600" y="20618"/>
                    <a:pt x="21600" y="20160"/>
                  </a:cubicBezTo>
                  <a:cubicBezTo>
                    <a:pt x="21600" y="20095"/>
                    <a:pt x="21600" y="19964"/>
                    <a:pt x="21600" y="19898"/>
                  </a:cubicBezTo>
                  <a:cubicBezTo>
                    <a:pt x="19391" y="18196"/>
                    <a:pt x="17182" y="16495"/>
                    <a:pt x="15218" y="14793"/>
                  </a:cubicBezTo>
                  <a:cubicBezTo>
                    <a:pt x="9327" y="9949"/>
                    <a:pt x="4173" y="4975"/>
                    <a:pt x="0" y="0"/>
                  </a:cubicBezTo>
                  <a:cubicBezTo>
                    <a:pt x="491" y="1375"/>
                    <a:pt x="982" y="2749"/>
                    <a:pt x="1718" y="4124"/>
                  </a:cubicBezTo>
                  <a:cubicBezTo>
                    <a:pt x="5155" y="7789"/>
                    <a:pt x="8836" y="11389"/>
                    <a:pt x="13009" y="1498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Freeform 29"/>
            <p:cNvSpPr/>
            <p:nvPr/>
          </p:nvSpPr>
          <p:spPr>
            <a:xfrm>
              <a:off x="979074" y="5863468"/>
              <a:ext cx="431100" cy="990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" y="1565"/>
                  </a:moveTo>
                  <a:cubicBezTo>
                    <a:pt x="960" y="1043"/>
                    <a:pt x="480" y="522"/>
                    <a:pt x="0" y="0"/>
                  </a:cubicBezTo>
                  <a:cubicBezTo>
                    <a:pt x="0" y="939"/>
                    <a:pt x="0" y="1983"/>
                    <a:pt x="240" y="3026"/>
                  </a:cubicBezTo>
                  <a:cubicBezTo>
                    <a:pt x="3360" y="6470"/>
                    <a:pt x="6480" y="9913"/>
                    <a:pt x="10080" y="13252"/>
                  </a:cubicBezTo>
                  <a:cubicBezTo>
                    <a:pt x="12960" y="16070"/>
                    <a:pt x="16080" y="18887"/>
                    <a:pt x="1920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240" y="18783"/>
                    <a:pt x="15120" y="15861"/>
                    <a:pt x="12000" y="12835"/>
                  </a:cubicBezTo>
                  <a:cubicBezTo>
                    <a:pt x="8160" y="9183"/>
                    <a:pt x="4800" y="5322"/>
                    <a:pt x="1440" y="1565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Freeform 30"/>
            <p:cNvSpPr/>
            <p:nvPr/>
          </p:nvSpPr>
          <p:spPr>
            <a:xfrm>
              <a:off x="494326" y="4365158"/>
              <a:ext cx="551808" cy="2235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70" y="18917"/>
                  </a:moveTo>
                  <a:cubicBezTo>
                    <a:pt x="17468" y="17946"/>
                    <a:pt x="15965" y="16928"/>
                    <a:pt x="14650" y="15911"/>
                  </a:cubicBezTo>
                  <a:cubicBezTo>
                    <a:pt x="10706" y="12997"/>
                    <a:pt x="7701" y="9991"/>
                    <a:pt x="5447" y="6984"/>
                  </a:cubicBezTo>
                  <a:cubicBezTo>
                    <a:pt x="4132" y="5504"/>
                    <a:pt x="3193" y="3978"/>
                    <a:pt x="2442" y="2451"/>
                  </a:cubicBezTo>
                  <a:cubicBezTo>
                    <a:pt x="1690" y="1619"/>
                    <a:pt x="751" y="833"/>
                    <a:pt x="0" y="0"/>
                  </a:cubicBezTo>
                  <a:cubicBezTo>
                    <a:pt x="939" y="2359"/>
                    <a:pt x="2254" y="4718"/>
                    <a:pt x="3944" y="7030"/>
                  </a:cubicBezTo>
                  <a:cubicBezTo>
                    <a:pt x="6198" y="10083"/>
                    <a:pt x="9203" y="13090"/>
                    <a:pt x="12960" y="16050"/>
                  </a:cubicBezTo>
                  <a:cubicBezTo>
                    <a:pt x="14838" y="17484"/>
                    <a:pt x="16904" y="18964"/>
                    <a:pt x="19346" y="20397"/>
                  </a:cubicBezTo>
                  <a:cubicBezTo>
                    <a:pt x="20097" y="20767"/>
                    <a:pt x="20849" y="21184"/>
                    <a:pt x="21600" y="21600"/>
                  </a:cubicBezTo>
                  <a:cubicBezTo>
                    <a:pt x="21412" y="21461"/>
                    <a:pt x="21224" y="21322"/>
                    <a:pt x="21037" y="21184"/>
                  </a:cubicBezTo>
                  <a:cubicBezTo>
                    <a:pt x="20285" y="20444"/>
                    <a:pt x="19534" y="19657"/>
                    <a:pt x="18970" y="18917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Freeform 31"/>
            <p:cNvSpPr/>
            <p:nvPr/>
          </p:nvSpPr>
          <p:spPr>
            <a:xfrm>
              <a:off x="444311" y="1289983"/>
              <a:ext cx="170725" cy="3027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0" h="21600" extrusionOk="0">
                  <a:moveTo>
                    <a:pt x="9750" y="21600"/>
                  </a:moveTo>
                  <a:cubicBezTo>
                    <a:pt x="8550" y="21191"/>
                    <a:pt x="7950" y="20781"/>
                    <a:pt x="7350" y="20372"/>
                  </a:cubicBezTo>
                  <a:cubicBezTo>
                    <a:pt x="4350" y="18085"/>
                    <a:pt x="2550" y="15833"/>
                    <a:pt x="2550" y="13581"/>
                  </a:cubicBezTo>
                  <a:cubicBezTo>
                    <a:pt x="2550" y="11295"/>
                    <a:pt x="4350" y="9043"/>
                    <a:pt x="7350" y="6756"/>
                  </a:cubicBezTo>
                  <a:cubicBezTo>
                    <a:pt x="8550" y="5630"/>
                    <a:pt x="10350" y="4504"/>
                    <a:pt x="12750" y="3378"/>
                  </a:cubicBezTo>
                  <a:cubicBezTo>
                    <a:pt x="15150" y="2252"/>
                    <a:pt x="17550" y="1126"/>
                    <a:pt x="21150" y="0"/>
                  </a:cubicBezTo>
                  <a:cubicBezTo>
                    <a:pt x="20550" y="0"/>
                    <a:pt x="20550" y="0"/>
                    <a:pt x="20550" y="0"/>
                  </a:cubicBezTo>
                  <a:cubicBezTo>
                    <a:pt x="16950" y="1126"/>
                    <a:pt x="13950" y="2252"/>
                    <a:pt x="11550" y="3378"/>
                  </a:cubicBezTo>
                  <a:cubicBezTo>
                    <a:pt x="9150" y="4504"/>
                    <a:pt x="7350" y="5630"/>
                    <a:pt x="5550" y="6756"/>
                  </a:cubicBezTo>
                  <a:cubicBezTo>
                    <a:pt x="1950" y="9009"/>
                    <a:pt x="150" y="11295"/>
                    <a:pt x="150" y="13581"/>
                  </a:cubicBezTo>
                  <a:cubicBezTo>
                    <a:pt x="-450" y="15731"/>
                    <a:pt x="750" y="17915"/>
                    <a:pt x="3750" y="20099"/>
                  </a:cubicBezTo>
                  <a:cubicBezTo>
                    <a:pt x="5550" y="20576"/>
                    <a:pt x="7350" y="21088"/>
                    <a:pt x="9150" y="21566"/>
                  </a:cubicBezTo>
                  <a:cubicBezTo>
                    <a:pt x="9150" y="21566"/>
                    <a:pt x="9750" y="21600"/>
                    <a:pt x="9750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Freeform 32"/>
            <p:cNvSpPr/>
            <p:nvPr/>
          </p:nvSpPr>
          <p:spPr>
            <a:xfrm>
              <a:off x="1084453" y="6572386"/>
              <a:ext cx="134120" cy="2816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71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86" y="14644"/>
                    <a:pt x="6943" y="7322"/>
                    <a:pt x="0" y="0"/>
                  </a:cubicBezTo>
                  <a:cubicBezTo>
                    <a:pt x="4629" y="7322"/>
                    <a:pt x="10029" y="14644"/>
                    <a:pt x="16971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Freeform 33"/>
            <p:cNvSpPr/>
            <p:nvPr/>
          </p:nvSpPr>
          <p:spPr>
            <a:xfrm>
              <a:off x="475166" y="4108415"/>
              <a:ext cx="82390" cy="5115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82" y="10901"/>
                  </a:moveTo>
                  <a:cubicBezTo>
                    <a:pt x="10165" y="14535"/>
                    <a:pt x="16518" y="17966"/>
                    <a:pt x="21600" y="21600"/>
                  </a:cubicBezTo>
                  <a:cubicBezTo>
                    <a:pt x="17788" y="17361"/>
                    <a:pt x="15247" y="13121"/>
                    <a:pt x="12706" y="8882"/>
                  </a:cubicBezTo>
                  <a:cubicBezTo>
                    <a:pt x="12706" y="8882"/>
                    <a:pt x="11435" y="8680"/>
                    <a:pt x="11435" y="8680"/>
                  </a:cubicBezTo>
                  <a:cubicBezTo>
                    <a:pt x="7624" y="5854"/>
                    <a:pt x="3812" y="2826"/>
                    <a:pt x="0" y="0"/>
                  </a:cubicBezTo>
                  <a:cubicBezTo>
                    <a:pt x="0" y="404"/>
                    <a:pt x="0" y="1009"/>
                    <a:pt x="0" y="1615"/>
                  </a:cubicBezTo>
                  <a:cubicBezTo>
                    <a:pt x="1271" y="4643"/>
                    <a:pt x="3812" y="7873"/>
                    <a:pt x="5082" y="10901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Freeform 34"/>
            <p:cNvSpPr/>
            <p:nvPr/>
          </p:nvSpPr>
          <p:spPr>
            <a:xfrm>
              <a:off x="946501" y="3146585"/>
              <a:ext cx="1410173" cy="27168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" y="21030"/>
                  </a:moveTo>
                  <a:cubicBezTo>
                    <a:pt x="661" y="19052"/>
                    <a:pt x="1396" y="17037"/>
                    <a:pt x="2571" y="15097"/>
                  </a:cubicBezTo>
                  <a:cubicBezTo>
                    <a:pt x="3747" y="13196"/>
                    <a:pt x="5363" y="11332"/>
                    <a:pt x="7273" y="9583"/>
                  </a:cubicBezTo>
                  <a:cubicBezTo>
                    <a:pt x="9110" y="7796"/>
                    <a:pt x="11314" y="6123"/>
                    <a:pt x="13739" y="4525"/>
                  </a:cubicBezTo>
                  <a:cubicBezTo>
                    <a:pt x="14914" y="3727"/>
                    <a:pt x="16163" y="2928"/>
                    <a:pt x="17486" y="2206"/>
                  </a:cubicBezTo>
                  <a:cubicBezTo>
                    <a:pt x="18147" y="1825"/>
                    <a:pt x="18808" y="1445"/>
                    <a:pt x="19469" y="1065"/>
                  </a:cubicBezTo>
                  <a:cubicBezTo>
                    <a:pt x="20131" y="723"/>
                    <a:pt x="20865" y="342"/>
                    <a:pt x="21600" y="0"/>
                  </a:cubicBezTo>
                  <a:cubicBezTo>
                    <a:pt x="21527" y="0"/>
                    <a:pt x="21527" y="0"/>
                    <a:pt x="21527" y="0"/>
                  </a:cubicBezTo>
                  <a:cubicBezTo>
                    <a:pt x="20792" y="342"/>
                    <a:pt x="20057" y="685"/>
                    <a:pt x="19396" y="1027"/>
                  </a:cubicBezTo>
                  <a:cubicBezTo>
                    <a:pt x="18735" y="1407"/>
                    <a:pt x="18073" y="1787"/>
                    <a:pt x="17412" y="2130"/>
                  </a:cubicBezTo>
                  <a:cubicBezTo>
                    <a:pt x="16016" y="2890"/>
                    <a:pt x="14767" y="3651"/>
                    <a:pt x="13592" y="4449"/>
                  </a:cubicBezTo>
                  <a:cubicBezTo>
                    <a:pt x="11094" y="6046"/>
                    <a:pt x="8890" y="7720"/>
                    <a:pt x="6980" y="9469"/>
                  </a:cubicBezTo>
                  <a:cubicBezTo>
                    <a:pt x="4996" y="11256"/>
                    <a:pt x="3380" y="13120"/>
                    <a:pt x="2204" y="15059"/>
                  </a:cubicBezTo>
                  <a:cubicBezTo>
                    <a:pt x="955" y="16923"/>
                    <a:pt x="220" y="18900"/>
                    <a:pt x="0" y="20877"/>
                  </a:cubicBezTo>
                  <a:cubicBezTo>
                    <a:pt x="220" y="21106"/>
                    <a:pt x="367" y="21334"/>
                    <a:pt x="514" y="21600"/>
                  </a:cubicBezTo>
                  <a:cubicBezTo>
                    <a:pt x="514" y="21410"/>
                    <a:pt x="514" y="21220"/>
                    <a:pt x="588" y="210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Freeform 35"/>
            <p:cNvSpPr/>
            <p:nvPr/>
          </p:nvSpPr>
          <p:spPr>
            <a:xfrm>
              <a:off x="1046133" y="6601126"/>
              <a:ext cx="120709" cy="2529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320" y="7336"/>
                    <a:pt x="10368" y="14672"/>
                    <a:pt x="1641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24" y="14672"/>
                    <a:pt x="6912" y="7336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Freeform 36"/>
            <p:cNvSpPr/>
            <p:nvPr/>
          </p:nvSpPr>
          <p:spPr>
            <a:xfrm>
              <a:off x="946501" y="5897956"/>
              <a:ext cx="137953" cy="6744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4596"/>
                    <a:pt x="1490" y="9191"/>
                    <a:pt x="5214" y="13634"/>
                  </a:cubicBezTo>
                  <a:cubicBezTo>
                    <a:pt x="8193" y="15013"/>
                    <a:pt x="10428" y="16545"/>
                    <a:pt x="13407" y="17923"/>
                  </a:cubicBezTo>
                  <a:cubicBezTo>
                    <a:pt x="16386" y="19149"/>
                    <a:pt x="18621" y="20374"/>
                    <a:pt x="21600" y="21600"/>
                  </a:cubicBezTo>
                  <a:cubicBezTo>
                    <a:pt x="20855" y="21294"/>
                    <a:pt x="20855" y="20987"/>
                    <a:pt x="20110" y="20681"/>
                  </a:cubicBezTo>
                  <a:cubicBezTo>
                    <a:pt x="11917" y="15013"/>
                    <a:pt x="7448" y="9191"/>
                    <a:pt x="5959" y="3370"/>
                  </a:cubicBezTo>
                  <a:cubicBezTo>
                    <a:pt x="5214" y="2757"/>
                    <a:pt x="3724" y="2298"/>
                    <a:pt x="2979" y="1685"/>
                  </a:cubicBezTo>
                  <a:cubicBezTo>
                    <a:pt x="1490" y="1072"/>
                    <a:pt x="745" y="460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Freeform 37"/>
            <p:cNvSpPr/>
            <p:nvPr/>
          </p:nvSpPr>
          <p:spPr>
            <a:xfrm>
              <a:off x="946501" y="5773415"/>
              <a:ext cx="38321" cy="2280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1700"/>
                  </a:moveTo>
                  <a:cubicBezTo>
                    <a:pt x="2700" y="13050"/>
                    <a:pt x="5400" y="14850"/>
                    <a:pt x="10800" y="16650"/>
                  </a:cubicBezTo>
                  <a:cubicBezTo>
                    <a:pt x="13500" y="18450"/>
                    <a:pt x="18900" y="19800"/>
                    <a:pt x="21600" y="21600"/>
                  </a:cubicBezTo>
                  <a:cubicBezTo>
                    <a:pt x="18900" y="17100"/>
                    <a:pt x="18900" y="12600"/>
                    <a:pt x="18900" y="8550"/>
                  </a:cubicBezTo>
                  <a:cubicBezTo>
                    <a:pt x="13500" y="5400"/>
                    <a:pt x="8100" y="2700"/>
                    <a:pt x="0" y="0"/>
                  </a:cubicBezTo>
                  <a:cubicBezTo>
                    <a:pt x="0" y="450"/>
                    <a:pt x="0" y="1350"/>
                    <a:pt x="0" y="1800"/>
                  </a:cubicBezTo>
                  <a:cubicBezTo>
                    <a:pt x="0" y="4950"/>
                    <a:pt x="0" y="8550"/>
                    <a:pt x="0" y="117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Freeform 38"/>
            <p:cNvSpPr/>
            <p:nvPr/>
          </p:nvSpPr>
          <p:spPr>
            <a:xfrm>
              <a:off x="979074" y="6323307"/>
              <a:ext cx="210760" cy="5307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400" y="5449"/>
                  </a:moveTo>
                  <a:cubicBezTo>
                    <a:pt x="3436" y="3697"/>
                    <a:pt x="1964" y="1751"/>
                    <a:pt x="0" y="0"/>
                  </a:cubicBezTo>
                  <a:cubicBezTo>
                    <a:pt x="1473" y="3114"/>
                    <a:pt x="3436" y="6422"/>
                    <a:pt x="5400" y="9535"/>
                  </a:cubicBezTo>
                  <a:cubicBezTo>
                    <a:pt x="5891" y="10119"/>
                    <a:pt x="6382" y="10703"/>
                    <a:pt x="6873" y="11286"/>
                  </a:cubicBezTo>
                  <a:cubicBezTo>
                    <a:pt x="10800" y="14789"/>
                    <a:pt x="14727" y="18292"/>
                    <a:pt x="1914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182" y="17903"/>
                    <a:pt x="13745" y="14011"/>
                    <a:pt x="10800" y="10119"/>
                  </a:cubicBezTo>
                  <a:cubicBezTo>
                    <a:pt x="8836" y="8562"/>
                    <a:pt x="7364" y="7005"/>
                    <a:pt x="5400" y="544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28" name="Rectangle 6"/>
          <p:cNvSpPr/>
          <p:nvPr/>
        </p:nvSpPr>
        <p:spPr>
          <a:xfrm>
            <a:off x="-1" y="0"/>
            <a:ext cx="182882" cy="6858000"/>
          </a:xfrm>
          <a:prstGeom prst="rect">
            <a:avLst/>
          </a:prstGeom>
          <a:solidFill>
            <a:srgbClr val="766F5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" name="Freeform 11"/>
          <p:cNvSpPr/>
          <p:nvPr/>
        </p:nvSpPr>
        <p:spPr>
          <a:xfrm flipV="1">
            <a:off x="-4189" y="714375"/>
            <a:ext cx="1595613" cy="5072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8" h="21600" extrusionOk="0">
                <a:moveTo>
                  <a:pt x="21472" y="10154"/>
                </a:moveTo>
                <a:lnTo>
                  <a:pt x="18377" y="406"/>
                </a:lnTo>
                <a:cubicBezTo>
                  <a:pt x="18356" y="337"/>
                  <a:pt x="18331" y="272"/>
                  <a:pt x="18310" y="203"/>
                </a:cubicBezTo>
                <a:cubicBezTo>
                  <a:pt x="18247" y="0"/>
                  <a:pt x="18182" y="0"/>
                  <a:pt x="18117" y="0"/>
                </a:cubicBezTo>
                <a:lnTo>
                  <a:pt x="16891" y="0"/>
                </a:lnTo>
                <a:lnTo>
                  <a:pt x="0" y="151"/>
                </a:lnTo>
                <a:cubicBezTo>
                  <a:pt x="19" y="7301"/>
                  <a:pt x="39" y="14450"/>
                  <a:pt x="58" y="21600"/>
                </a:cubicBezTo>
                <a:lnTo>
                  <a:pt x="16891" y="21527"/>
                </a:lnTo>
                <a:lnTo>
                  <a:pt x="18117" y="21527"/>
                </a:lnTo>
                <a:cubicBezTo>
                  <a:pt x="18182" y="21527"/>
                  <a:pt x="18247" y="21324"/>
                  <a:pt x="18310" y="21324"/>
                </a:cubicBezTo>
                <a:cubicBezTo>
                  <a:pt x="18310" y="21120"/>
                  <a:pt x="18377" y="21120"/>
                  <a:pt x="18377" y="21120"/>
                </a:cubicBezTo>
                <a:lnTo>
                  <a:pt x="21472" y="11372"/>
                </a:lnTo>
                <a:cubicBezTo>
                  <a:pt x="21600" y="10966"/>
                  <a:pt x="21600" y="10560"/>
                  <a:pt x="21472" y="1015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325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Title Text</a:t>
            </a:r>
          </a:p>
        </p:txBody>
      </p:sp>
      <p:sp>
        <p:nvSpPr>
          <p:cNvPr id="31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925905" y="772224"/>
            <a:ext cx="385675" cy="396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xStyles>
    <p:titleStyle>
      <a:lvl1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262626"/>
          </a:solidFill>
          <a:uFillTx/>
          <a:latin typeface="+mn-lt"/>
          <a:ea typeface="+mn-ea"/>
          <a:cs typeface="+mn-cs"/>
          <a:sym typeface="Century Gothic"/>
        </a:defRPr>
      </a:lvl1pPr>
      <a:lvl2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262626"/>
          </a:solidFill>
          <a:uFillTx/>
          <a:latin typeface="+mn-lt"/>
          <a:ea typeface="+mn-ea"/>
          <a:cs typeface="+mn-cs"/>
          <a:sym typeface="Century Gothic"/>
        </a:defRPr>
      </a:lvl2pPr>
      <a:lvl3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262626"/>
          </a:solidFill>
          <a:uFillTx/>
          <a:latin typeface="+mn-lt"/>
          <a:ea typeface="+mn-ea"/>
          <a:cs typeface="+mn-cs"/>
          <a:sym typeface="Century Gothic"/>
        </a:defRPr>
      </a:lvl3pPr>
      <a:lvl4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262626"/>
          </a:solidFill>
          <a:uFillTx/>
          <a:latin typeface="+mn-lt"/>
          <a:ea typeface="+mn-ea"/>
          <a:cs typeface="+mn-cs"/>
          <a:sym typeface="Century Gothic"/>
        </a:defRPr>
      </a:lvl4pPr>
      <a:lvl5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262626"/>
          </a:solidFill>
          <a:uFillTx/>
          <a:latin typeface="+mn-lt"/>
          <a:ea typeface="+mn-ea"/>
          <a:cs typeface="+mn-cs"/>
          <a:sym typeface="Century Gothic"/>
        </a:defRPr>
      </a:lvl5pPr>
      <a:lvl6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262626"/>
          </a:solidFill>
          <a:uFillTx/>
          <a:latin typeface="+mn-lt"/>
          <a:ea typeface="+mn-ea"/>
          <a:cs typeface="+mn-cs"/>
          <a:sym typeface="Century Gothic"/>
        </a:defRPr>
      </a:lvl6pPr>
      <a:lvl7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262626"/>
          </a:solidFill>
          <a:uFillTx/>
          <a:latin typeface="+mn-lt"/>
          <a:ea typeface="+mn-ea"/>
          <a:cs typeface="+mn-cs"/>
          <a:sym typeface="Century Gothic"/>
        </a:defRPr>
      </a:lvl7pPr>
      <a:lvl8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262626"/>
          </a:solidFill>
          <a:uFillTx/>
          <a:latin typeface="+mn-lt"/>
          <a:ea typeface="+mn-ea"/>
          <a:cs typeface="+mn-cs"/>
          <a:sym typeface="Century Gothic"/>
        </a:defRPr>
      </a:lvl8pPr>
      <a:lvl9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262626"/>
          </a:solidFill>
          <a:uFillTx/>
          <a:latin typeface="+mn-lt"/>
          <a:ea typeface="+mn-ea"/>
          <a:cs typeface="+mn-cs"/>
          <a:sym typeface="Century Gothic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100000"/>
        <a:buFontTx/>
        <a:buChar char=""/>
        <a:tabLst/>
        <a:defRPr sz="1800" b="0" i="0" u="none" strike="noStrike" cap="none" spc="0" baseline="0">
          <a:solidFill>
            <a:srgbClr val="404040"/>
          </a:solidFill>
          <a:uFillTx/>
          <a:latin typeface="+mn-lt"/>
          <a:ea typeface="+mn-ea"/>
          <a:cs typeface="+mn-cs"/>
          <a:sym typeface="Century Gothic"/>
        </a:defRPr>
      </a:lvl1pPr>
      <a:lvl2pPr marL="778668" marR="0" indent="-321468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100000"/>
        <a:buFontTx/>
        <a:buChar char=""/>
        <a:tabLst/>
        <a:defRPr sz="1800" b="0" i="0" u="none" strike="noStrike" cap="none" spc="0" baseline="0">
          <a:solidFill>
            <a:srgbClr val="404040"/>
          </a:solidFill>
          <a:uFillTx/>
          <a:latin typeface="+mn-lt"/>
          <a:ea typeface="+mn-ea"/>
          <a:cs typeface="+mn-cs"/>
          <a:sym typeface="Century Gothic"/>
        </a:defRPr>
      </a:lvl2pPr>
      <a:lvl3pPr marL="1208314" marR="0" indent="-293914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100000"/>
        <a:buFontTx/>
        <a:buChar char=""/>
        <a:tabLst/>
        <a:defRPr sz="1800" b="0" i="0" u="none" strike="noStrike" cap="none" spc="0" baseline="0">
          <a:solidFill>
            <a:srgbClr val="404040"/>
          </a:solidFill>
          <a:uFillTx/>
          <a:latin typeface="+mn-lt"/>
          <a:ea typeface="+mn-ea"/>
          <a:cs typeface="+mn-cs"/>
          <a:sym typeface="Century Gothic"/>
        </a:defRPr>
      </a:lvl3pPr>
      <a:lvl4pPr marL="17145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100000"/>
        <a:buFontTx/>
        <a:buChar char=""/>
        <a:tabLst/>
        <a:defRPr sz="1800" b="0" i="0" u="none" strike="noStrike" cap="none" spc="0" baseline="0">
          <a:solidFill>
            <a:srgbClr val="404040"/>
          </a:solidFill>
          <a:uFillTx/>
          <a:latin typeface="+mn-lt"/>
          <a:ea typeface="+mn-ea"/>
          <a:cs typeface="+mn-cs"/>
          <a:sym typeface="Century Gothic"/>
        </a:defRPr>
      </a:lvl4pPr>
      <a:lvl5pPr marL="21717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100000"/>
        <a:buFontTx/>
        <a:buChar char=""/>
        <a:tabLst/>
        <a:defRPr sz="1800" b="0" i="0" u="none" strike="noStrike" cap="none" spc="0" baseline="0">
          <a:solidFill>
            <a:srgbClr val="404040"/>
          </a:solidFill>
          <a:uFillTx/>
          <a:latin typeface="+mn-lt"/>
          <a:ea typeface="+mn-ea"/>
          <a:cs typeface="+mn-cs"/>
          <a:sym typeface="Century Gothic"/>
        </a:defRPr>
      </a:lvl5pPr>
      <a:lvl6pPr marL="26289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100000"/>
        <a:buFontTx/>
        <a:buChar char=""/>
        <a:tabLst/>
        <a:defRPr sz="1800" b="0" i="0" u="none" strike="noStrike" cap="none" spc="0" baseline="0">
          <a:solidFill>
            <a:srgbClr val="404040"/>
          </a:solidFill>
          <a:uFillTx/>
          <a:latin typeface="+mn-lt"/>
          <a:ea typeface="+mn-ea"/>
          <a:cs typeface="+mn-cs"/>
          <a:sym typeface="Century Gothic"/>
        </a:defRPr>
      </a:lvl6pPr>
      <a:lvl7pPr marL="30861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100000"/>
        <a:buFontTx/>
        <a:buChar char=""/>
        <a:tabLst/>
        <a:defRPr sz="1800" b="0" i="0" u="none" strike="noStrike" cap="none" spc="0" baseline="0">
          <a:solidFill>
            <a:srgbClr val="404040"/>
          </a:solidFill>
          <a:uFillTx/>
          <a:latin typeface="+mn-lt"/>
          <a:ea typeface="+mn-ea"/>
          <a:cs typeface="+mn-cs"/>
          <a:sym typeface="Century Gothic"/>
        </a:defRPr>
      </a:lvl7pPr>
      <a:lvl8pPr marL="35433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100000"/>
        <a:buFontTx/>
        <a:buChar char=""/>
        <a:tabLst/>
        <a:defRPr sz="1800" b="0" i="0" u="none" strike="noStrike" cap="none" spc="0" baseline="0">
          <a:solidFill>
            <a:srgbClr val="404040"/>
          </a:solidFill>
          <a:uFillTx/>
          <a:latin typeface="+mn-lt"/>
          <a:ea typeface="+mn-ea"/>
          <a:cs typeface="+mn-cs"/>
          <a:sym typeface="Century Gothic"/>
        </a:defRPr>
      </a:lvl8pPr>
      <a:lvl9pPr marL="40005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100000"/>
        <a:buFontTx/>
        <a:buChar char=""/>
        <a:tabLst/>
        <a:defRPr sz="1800" b="0" i="0" u="none" strike="noStrike" cap="none" spc="0" baseline="0">
          <a:solidFill>
            <a:srgbClr val="404040"/>
          </a:solidFill>
          <a:uFillTx/>
          <a:latin typeface="+mn-lt"/>
          <a:ea typeface="+mn-ea"/>
          <a:cs typeface="+mn-cs"/>
          <a:sym typeface="Century Gothic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Title 1"/>
          <p:cNvSpPr txBox="1">
            <a:spLocks noGrp="1"/>
          </p:cNvSpPr>
          <p:nvPr>
            <p:ph type="ctrTitle"/>
          </p:nvPr>
        </p:nvSpPr>
        <p:spPr>
          <a:xfrm>
            <a:off x="-1" y="-6338"/>
            <a:ext cx="12192001" cy="3631097"/>
          </a:xfrm>
          <a:prstGeom prst="rect">
            <a:avLst/>
          </a:prstGeom>
        </p:spPr>
        <p:txBody>
          <a:bodyPr anchor="ctr"/>
          <a:lstStyle/>
          <a:p>
            <a:pPr algn="ctr">
              <a:defRPr sz="14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Department of Computer Science and Engineering</a:t>
            </a:r>
            <a:br/>
            <a:br/>
            <a:r>
              <a:rPr sz="2400" b="1">
                <a:solidFill>
                  <a:srgbClr val="262626"/>
                </a:solidFill>
              </a:rPr>
              <a:t>UNIVERSITY EVENT ANALYTICS PLATFORM</a:t>
            </a:r>
            <a:br>
              <a:rPr sz="2400" b="1">
                <a:solidFill>
                  <a:srgbClr val="262626"/>
                </a:solidFill>
              </a:rPr>
            </a:br>
            <a:br>
              <a:rPr sz="2400" b="1">
                <a:solidFill>
                  <a:srgbClr val="262626"/>
                </a:solidFill>
              </a:rPr>
            </a:br>
            <a:r>
              <a:rPr>
                <a:solidFill>
                  <a:srgbClr val="262626"/>
                </a:solidFill>
              </a:rPr>
              <a:t>Review-4</a:t>
            </a:r>
            <a:br>
              <a:rPr>
                <a:solidFill>
                  <a:srgbClr val="262626"/>
                </a:solidFill>
              </a:rPr>
            </a:br>
            <a:br>
              <a:rPr>
                <a:solidFill>
                  <a:srgbClr val="262626"/>
                </a:solidFill>
              </a:rPr>
            </a:br>
            <a:br>
              <a:rPr>
                <a:solidFill>
                  <a:srgbClr val="262626"/>
                </a:solidFill>
              </a:rPr>
            </a:br>
            <a:endParaRPr>
              <a:solidFill>
                <a:srgbClr val="262626"/>
              </a:solidFill>
            </a:endParaRPr>
          </a:p>
        </p:txBody>
      </p:sp>
      <p:sp>
        <p:nvSpPr>
          <p:cNvPr id="399" name="Subtitle 2"/>
          <p:cNvSpPr txBox="1">
            <a:spLocks noGrp="1"/>
          </p:cNvSpPr>
          <p:nvPr>
            <p:ph type="subTitle" sz="quarter" idx="1"/>
          </p:nvPr>
        </p:nvSpPr>
        <p:spPr>
          <a:xfrm>
            <a:off x="4041914" y="6320997"/>
            <a:ext cx="4452731" cy="537003"/>
          </a:xfrm>
          <a:prstGeom prst="rect">
            <a:avLst/>
          </a:prstGeom>
        </p:spPr>
        <p:txBody>
          <a:bodyPr/>
          <a:lstStyle>
            <a:lvl1pPr>
              <a:defRPr sz="1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Koneru Lakshmaiah Education Foundation</a:t>
            </a:r>
          </a:p>
        </p:txBody>
      </p:sp>
      <p:sp>
        <p:nvSpPr>
          <p:cNvPr id="400" name="TextBox 6"/>
          <p:cNvSpPr txBox="1"/>
          <p:nvPr/>
        </p:nvSpPr>
        <p:spPr>
          <a:xfrm>
            <a:off x="3557545" y="2266121"/>
            <a:ext cx="5196179" cy="1304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Team Number:24</a:t>
            </a:r>
          </a:p>
          <a:p>
            <a:pPr>
              <a:defRPr sz="1400">
                <a:latin typeface="Arial"/>
                <a:ea typeface="Arial"/>
                <a:cs typeface="Arial"/>
                <a:sym typeface="Arial"/>
              </a:defRPr>
            </a:pPr>
            <a:endParaRPr/>
          </a:p>
          <a:p>
            <a:pPr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Name:                                                               Roll Number:</a:t>
            </a:r>
          </a:p>
          <a:p>
            <a:pPr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K Dharani Harika                                              2420030304</a:t>
            </a:r>
          </a:p>
          <a:p>
            <a:pPr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T Lasya Priya                                                   2420030258</a:t>
            </a:r>
          </a:p>
          <a:p>
            <a:pPr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V Durga                                                            2420030184</a:t>
            </a:r>
          </a:p>
        </p:txBody>
      </p:sp>
      <p:pic>
        <p:nvPicPr>
          <p:cNvPr id="401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52190" y="4915980"/>
            <a:ext cx="5287617" cy="1384996"/>
          </a:xfrm>
          <a:prstGeom prst="rect">
            <a:avLst/>
          </a:prstGeom>
          <a:ln w="12700">
            <a:miter lim="400000"/>
          </a:ln>
        </p:spPr>
      </p:pic>
      <p:sp>
        <p:nvSpPr>
          <p:cNvPr id="402" name="TextBox 9"/>
          <p:cNvSpPr txBox="1"/>
          <p:nvPr/>
        </p:nvSpPr>
        <p:spPr>
          <a:xfrm>
            <a:off x="3620492" y="3795524"/>
            <a:ext cx="4951014" cy="8840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Under the guidance of:</a:t>
            </a:r>
            <a:br/>
            <a:r>
              <a:t>Dr.N. Sirisha</a:t>
            </a:r>
          </a:p>
          <a:p>
            <a:pPr algn="ctr">
              <a:defRPr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Associate Professor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Existing vs our proposed syste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Existing vs our proposed system</a:t>
            </a:r>
          </a:p>
        </p:txBody>
      </p:sp>
      <p:graphicFrame>
        <p:nvGraphicFramePr>
          <p:cNvPr id="405" name="Table 1"/>
          <p:cNvGraphicFramePr/>
          <p:nvPr/>
        </p:nvGraphicFramePr>
        <p:xfrm>
          <a:off x="2094196" y="1544933"/>
          <a:ext cx="8819910" cy="4917502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212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8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909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Parameter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Existing System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Our Proposed System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09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Attendance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Manual/basic scanning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QR-based automated check-in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83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Real-time Monitoring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Limited or delayed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Real-time monitoring using Redis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09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Data Streaming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Limited/no live streaming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Kafka-based real-time streaming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09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Data Storage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Fragmented data sources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Centralized PostgreSQL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483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Dashboard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Limited/no analytics dashboard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Interactive Streamlit dashboard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09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Feedback Analysis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Manual/basic analysis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Automated sentiment analysis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483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Attendance Prediction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Limited/unavailable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ML-based attendance forecasting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483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Personalization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Limited recommendations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Participation-based event recommendations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7" name="Table 1"/>
          <p:cNvGraphicFramePr/>
          <p:nvPr/>
        </p:nvGraphicFramePr>
        <p:xfrm>
          <a:off x="1879600" y="1670050"/>
          <a:ext cx="9968444" cy="4212103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1737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4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94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5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793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Parameter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Existing / Traditional Approach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Our Project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Measured Improvement / Result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44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Event Registration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Manual / separate systems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Digital registration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2094.12 ms average latency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44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Attendance Tracking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Manual / basic scanning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QR-based check-in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4161.12 ms average latency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79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Real-time Monitoring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Delayed / unavailable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Redis live counter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2048.00 ms response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44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Data Streaming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Limited / no streaming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Kafka event streaming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Real-time processing implemented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44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Data Storage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Fragmented data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Centralized PostgreSQL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Centralized event data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44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Feedback Analysis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Manual / basic ratings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VADER sentiment analysis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0.2835 average sentiment score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79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Attendance Prediction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Limited / unavailable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ML-based forecasting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Forecast generated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179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Recommendations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Limited / unavailable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Participation-based recommendations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Recommendation module implemented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144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Event Analytics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Basic reports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Interactive dashboard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Live attendance + analytics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144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System Throughput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Manual processing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Automated API processing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0.47 requests/sec measured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Key improveme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Key improvements</a:t>
            </a:r>
          </a:p>
        </p:txBody>
      </p:sp>
      <p:sp>
        <p:nvSpPr>
          <p:cNvPr id="410" name="Automated Attendance: Replaced manual attendance with QR-based student check-in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ts val="0"/>
              </a:spcBef>
              <a:buClrTx/>
              <a:buSzTx/>
              <a:buNone/>
              <a:def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Automated Attendance: Replaced manual attendance with QR-based student check-in.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ClrTx/>
              <a:buSzTx/>
              <a:buNone/>
              <a:def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Centralized Data: Integrated event, student, registration, attendance, and feedback data into one platform.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ClrTx/>
              <a:buSzTx/>
              <a:buNone/>
              <a:def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Real-Time Processing: Implemented Kafka for real-time check-in event streaming.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ClrTx/>
              <a:buSzTx/>
              <a:buNone/>
              <a:def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Live Monitoring: Used Redis to maintain and display live attendance counts.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ClrTx/>
              <a:buSzTx/>
              <a:buNone/>
              <a:def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Data Analytics: Created a data warehouse for historical event and attendance analysis.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ClrTx/>
              <a:buSzTx/>
              <a:buNone/>
              <a:def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AI Analysis: Added sentiment analysis for feedback and ML-based attendance forecasting.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ClrTx/>
              <a:buSzTx/>
              <a:buNone/>
              <a:def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Dashboard: Developed an interactive Streamlit dashboard for live event monitoring and analytics.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ClrTx/>
              <a:buSzTx/>
              <a:buNone/>
              <a:def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Personalization: Implemented participation-based event recommendations for students.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41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Double-click to ed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16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41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erformance metrics.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Performance metrics.</a:t>
            </a:r>
          </a:p>
        </p:txBody>
      </p:sp>
      <p:sp>
        <p:nvSpPr>
          <p:cNvPr id="420" name="Registration Latency: 2094.12 ms average response time.…"/>
          <p:cNvSpPr txBox="1"/>
          <p:nvPr/>
        </p:nvSpPr>
        <p:spPr>
          <a:xfrm>
            <a:off x="2521598" y="1596995"/>
            <a:ext cx="8075699" cy="3901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400"/>
              </a:spcBef>
              <a:defRPr sz="1400" b="1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marL="120315" indent="-120315">
              <a:lnSpc>
                <a:spcPct val="120000"/>
              </a:lnSpc>
              <a:buSzPct val="100000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Registration Latency:</a:t>
            </a:r>
            <a:r>
              <a:t> 2094.12 ms average response time.</a:t>
            </a:r>
          </a:p>
          <a:p>
            <a:pPr marL="120315" indent="-120315">
              <a:lnSpc>
                <a:spcPct val="120000"/>
              </a:lnSpc>
              <a:buSzPct val="100000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QR Check-in Latency:</a:t>
            </a:r>
            <a:r>
              <a:t> 4161.12 ms average end-to-live-counter latency.</a:t>
            </a:r>
          </a:p>
          <a:p>
            <a:pPr marL="120315" indent="-120315">
              <a:lnSpc>
                <a:spcPct val="120000"/>
              </a:lnSpc>
              <a:buSzPct val="100000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Dashboard Response Latency:</a:t>
            </a:r>
            <a:r>
              <a:t> 2048.00 ms average response time.</a:t>
            </a:r>
          </a:p>
          <a:p>
            <a:pPr marL="120315" indent="-120315">
              <a:lnSpc>
                <a:spcPct val="120000"/>
              </a:lnSpc>
              <a:buSzPct val="100000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System Throughput:</a:t>
            </a:r>
            <a:r>
              <a:t> 0.47 requests/second in sequential testing.</a:t>
            </a:r>
          </a:p>
          <a:p>
            <a:pPr marL="120315" indent="-120315">
              <a:lnSpc>
                <a:spcPct val="120000"/>
              </a:lnSpc>
              <a:buSzPct val="100000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Attendance Rate:</a:t>
            </a:r>
            <a:r>
              <a:t> 73.3% for the test event.</a:t>
            </a:r>
          </a:p>
          <a:p>
            <a:pPr marL="120315" indent="-120315">
              <a:lnSpc>
                <a:spcPct val="120000"/>
              </a:lnSpc>
              <a:buSzPct val="100000"/>
              <a:buChar char="•"/>
              <a:defRPr sz="21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Average Feedback Rating:</a:t>
            </a:r>
            <a:r>
              <a:rPr b="0"/>
              <a:t> 3.18 / 5.</a:t>
            </a:r>
          </a:p>
          <a:p>
            <a:pPr marL="120315" indent="-120315">
              <a:lnSpc>
                <a:spcPct val="120000"/>
              </a:lnSpc>
              <a:buSzPct val="100000"/>
              <a:buChar char="•"/>
              <a:defRPr sz="21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Average Sentiment Score:</a:t>
            </a:r>
            <a:r>
              <a:rPr b="0"/>
              <a:t> 0.2835.</a:t>
            </a:r>
          </a:p>
          <a:p>
            <a:pPr marL="120315" indent="-120315">
              <a:lnSpc>
                <a:spcPct val="120000"/>
              </a:lnSpc>
              <a:buSzPct val="100000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Benchmark Testing:</a:t>
            </a:r>
            <a:r>
              <a:t> Latency metrics were measured across 10 test runs.</a:t>
            </a:r>
          </a:p>
          <a:p>
            <a:pPr marL="457200" indent="-317500">
              <a:buSzPct val="100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Implementation: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Implementation:</a:t>
            </a:r>
          </a:p>
        </p:txBody>
      </p:sp>
      <p:pic>
        <p:nvPicPr>
          <p:cNvPr id="42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82509" y="1558193"/>
            <a:ext cx="10493203" cy="46167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42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69507" y="1731355"/>
            <a:ext cx="10501954" cy="458211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42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53472" y="1358707"/>
            <a:ext cx="10848789" cy="486845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5DD6B-3A35-430D-B531-B8210DB47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REFERENCES: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D32FD29-83DD-4B17-B94F-70B337C69B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9482" y="2037870"/>
            <a:ext cx="9889718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Joshi et al. — RFID-based attendance systems and challenges in dense event environments. Academia.edu.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Abu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Sneineh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Salah — QR-based attendance systems and security limitations of static QR codes. DOAJ.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Aung &amp; Maw — Big-data processing and Kafka/Storm-based streaming architecture. MERAL.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Falk et al.      — Kafka-based stream processing and real-time data transformation.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ORBilu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Dayal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al.   — Data-flow architecture and ETL/ELT-based processing frameworks.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St. Petersburg Mathematical Society / SPBU.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Zulfa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al.    — Redis-based data processing and caching applications. JTSISKOM.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Nasim et al.  — Sentiment analysis and opinion mining techniques. IBA Research Repository.</a:t>
            </a:r>
          </a:p>
        </p:txBody>
      </p:sp>
    </p:spTree>
    <p:extLst>
      <p:ext uri="{BB962C8B-B14F-4D97-AF65-F5344CB8AC3E}">
        <p14:creationId xmlns:p14="http://schemas.microsoft.com/office/powerpoint/2010/main" val="203815060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61179-966D-4DAD-A731-FF0FC2734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CONCLUSION: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A847D55-A5E3-4828-9773-CC6C92D55E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89211" y="1469046"/>
            <a:ext cx="7398851" cy="5027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Developed a centralized University Event Analytics Platform for managing event data.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Automated student attendance using QR-based check-in.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Implemented Kafka-based real-time streaming for attendance events.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Used Redis for live attendance monitoring and PostgreSQL for persistent storage.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Built an ETL and data warehouse layer for historical event analytics.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Integrated sentiment analysis and attendance forecasting to generate useful insights.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Added participation-based event recommendations for students.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The system provides a foundation for real-time, data-driven and scalable university event management.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fde_project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56648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isp">
  <a:themeElements>
    <a:clrScheme name="Wisp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0000FF"/>
      </a:hlink>
      <a:folHlink>
        <a:srgbClr val="FF00FF"/>
      </a:folHlink>
    </a:clrScheme>
    <a:fontScheme name="Wisp">
      <a:majorFont>
        <a:latin typeface="Helvetica"/>
        <a:ea typeface="Helvetica"/>
        <a:cs typeface="Helvetica"/>
      </a:majorFont>
      <a:minorFont>
        <a:latin typeface="Century Gothic"/>
        <a:ea typeface="Century Gothic"/>
        <a:cs typeface="Century Gothic"/>
      </a:minorFont>
    </a:fontScheme>
    <a:fmtScheme name="Wisp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5875" cap="rnd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entury Gothic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5875" cap="rnd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entury Gothic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isp">
  <a:themeElements>
    <a:clrScheme name="Wisp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0000FF"/>
      </a:hlink>
      <a:folHlink>
        <a:srgbClr val="FF00FF"/>
      </a:folHlink>
    </a:clrScheme>
    <a:fontScheme name="Wisp">
      <a:majorFont>
        <a:latin typeface="Helvetica"/>
        <a:ea typeface="Helvetica"/>
        <a:cs typeface="Helvetica"/>
      </a:majorFont>
      <a:minorFont>
        <a:latin typeface="Century Gothic"/>
        <a:ea typeface="Century Gothic"/>
        <a:cs typeface="Century Gothic"/>
      </a:minorFont>
    </a:fontScheme>
    <a:fmtScheme name="Wisp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5875" cap="rnd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entury Gothic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5875" cap="rnd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entury Gothic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658</Words>
  <Application>Microsoft Office PowerPoint</Application>
  <PresentationFormat>Widescreen</PresentationFormat>
  <Paragraphs>120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Times Roman</vt:lpstr>
      <vt:lpstr>Wisp</vt:lpstr>
      <vt:lpstr>Department of Computer Science and Engineering  UNIVERSITY EVENT ANALYTICS PLATFORM  Review-4   </vt:lpstr>
      <vt:lpstr>Existing vs our proposed system</vt:lpstr>
      <vt:lpstr>PowerPoint Presentation</vt:lpstr>
      <vt:lpstr>Key improvements</vt:lpstr>
      <vt:lpstr>PowerPoint Presentation</vt:lpstr>
      <vt:lpstr>PowerPoint Presentation</vt:lpstr>
      <vt:lpstr>Performance metrics.</vt:lpstr>
      <vt:lpstr>Implementation:</vt:lpstr>
      <vt:lpstr>PowerPoint Presentation</vt:lpstr>
      <vt:lpstr>PowerPoint Presentation</vt:lpstr>
      <vt:lpstr>REFERENCES:</vt:lpstr>
      <vt:lpstr>CONCLUSION: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Computer Science and Engineering  UNIVERSITY EVENT ANALYTICS PLATFORM  Review-4   </dc:title>
  <dc:creator>MAMATHA K</dc:creator>
  <cp:lastModifiedBy>MAMATHA K</cp:lastModifiedBy>
  <cp:revision>1</cp:revision>
  <dcterms:modified xsi:type="dcterms:W3CDTF">2026-10-06T08:29:05Z</dcterms:modified>
</cp:coreProperties>
</file>